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/>
    <p:restoredTop sz="94659"/>
  </p:normalViewPr>
  <p:slideViewPr>
    <p:cSldViewPr snapToGrid="0">
      <p:cViewPr varScale="1">
        <p:scale>
          <a:sx n="110" d="100"/>
          <a:sy n="110" d="100"/>
        </p:scale>
        <p:origin x="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2ED8-172D-4540-C2A7-5DDD60974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C585F-D9F8-467A-BE8A-DB44DF31F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84F88-1E43-4DD9-B1A3-BD42369F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21792-1272-2478-5ABB-53CCCBBE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45661-3F4F-1130-3FF7-349F6E9C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77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7238A-36A2-A1C4-F150-1C1A8942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1242D-BC2A-8FB6-D1FB-E2A57FAE5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678C4-A8EE-E181-4858-4E6EE2FF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2EBBF-7258-F301-5013-93318D8F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37A8E-2DA8-8E5C-F4D2-65D333B6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1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0A5-E21C-9394-60B8-00F6DAE0B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7C5E2-B0F4-8A02-A7AF-E2A75A4E3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B0E84-938B-7CD3-8ABC-87265449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14CDE-BA33-C41C-0019-919CE365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77AAF-9C76-D11E-6705-30D4FF58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2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0C33-F9FA-FF71-35D4-945B5541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F806-B812-6A08-E198-AF5570C2D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A200-52F4-5C1D-C0F3-3FB23BE65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64B55-06E2-B965-B5F0-2FA74A91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D3599-5753-550C-F72B-67D3CB9B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E8176-11B6-EB7A-CB7B-5B868F58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1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9428-1980-38C8-DE2E-6C542BCB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3F440-8F15-A091-270E-682A010F4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2BF50-3C59-BC1D-CD19-8C81B694E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55BF1-6FEA-1017-B17C-2766D2441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601D4-4671-0880-E7E0-1FDCB0CEE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9ECA1-D679-5F6C-4F33-B134F6AA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0EF2D-11DA-300C-0580-FF724DD7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B1056-D012-2726-D723-88191A08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1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B002-6879-D71C-64C7-D0B275AC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5F9357-9518-EE7D-375C-7039D3AB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BC646-09F9-6619-BC48-FBD2BBF9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1AC96-C392-45B2-07B8-DC42871C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6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01B9C-6A8F-CECF-5B84-7BA10455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BEAF7-6B78-AEF1-344F-B6A5C241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AA9DF-AA0F-DB38-DF8A-3184DE14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0C50-9D39-ACB9-1F53-15DF064E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5861-CD7D-AA3F-DA34-E8212B5C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BAFA8-C936-F721-D70D-54D0EC8AC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6C4EB-8C2A-7B2E-A25D-9A1CA5E6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1357-212C-3B81-F48D-873DC53C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B0B30-A1D0-CD60-903A-961955B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3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21F3-6746-D3B4-0957-DAA9AA20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83D4B-364E-F820-D466-8BB3844DF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468DC-E3F8-276D-39F1-8573F0EA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489CB-56AE-B547-C705-C08E52C1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FDCB3-0712-7119-E9CC-81C51AFF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F48E5-4F36-EFFC-0035-036A9011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A114-C632-6224-9475-576BD8A9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6420F-9A80-C942-DA8C-07F8E3E99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F505C-15A3-B9BF-91E0-7058D0FC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12F1D-0EE1-3DCC-AE10-255F0440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F1CE-8F71-4148-1A8C-ED4D2315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6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28A6C-9C6F-645E-721E-A7385DC9F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53A75-0D25-46EF-B6C8-FA5E98268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963C6-5AF8-C9DB-645B-90B7232F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E41BB-B3BB-B6EC-BCB6-D53DF209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398F8-D13F-95D3-7239-6CB24518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2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666A7-9C6A-F52C-AB3F-5C56BBB6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59ECC-5C53-3FED-8326-0D68418D0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C51EC-BAA6-E589-B0D0-92BC26C6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63DCB-CE5A-6A42-9D77-F16639D72981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8F4D-A438-BB1A-5BBE-C86D1DF2C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490D3-9FBE-B362-86CB-B78145950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93134-C8AE-B740-A766-CA65DD8C5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4FCF9A-A0A7-08C5-75F0-41CF2BDC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9" y="1041722"/>
            <a:ext cx="11771101" cy="4573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1B2C86-99BA-0FEA-2695-5530CAA96767}"/>
              </a:ext>
            </a:extLst>
          </p:cNvPr>
          <p:cNvSpPr txBox="1"/>
          <p:nvPr/>
        </p:nvSpPr>
        <p:spPr>
          <a:xfrm>
            <a:off x="9841779" y="2838973"/>
            <a:ext cx="16690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True effect of exposure 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on outcome (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CA" sz="11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1.0)</a:t>
            </a:r>
          </a:p>
        </p:txBody>
      </p:sp>
    </p:spTree>
    <p:extLst>
      <p:ext uri="{BB962C8B-B14F-4D97-AF65-F5344CB8AC3E}">
        <p14:creationId xmlns:p14="http://schemas.microsoft.com/office/powerpoint/2010/main" val="108600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677C61-AD60-C875-3847-14AFE4BCA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688324"/>
              </p:ext>
            </p:extLst>
          </p:nvPr>
        </p:nvGraphicFramePr>
        <p:xfrm>
          <a:off x="982981" y="1719174"/>
          <a:ext cx="10002293" cy="245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1457660457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528448053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110753931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706555722"/>
                    </a:ext>
                  </a:extLst>
                </a:gridCol>
                <a:gridCol w="1578293">
                  <a:extLst>
                    <a:ext uri="{9D8B030D-6E8A-4147-A177-3AD203B41FA5}">
                      <a16:colId xmlns:a16="http://schemas.microsoft.com/office/drawing/2014/main" val="3768983624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3070574756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1011247632"/>
                    </a:ext>
                  </a:extLst>
                </a:gridCol>
              </a:tblGrid>
              <a:tr h="361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Simulation scenario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Correct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Missing confounder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Confounder Measurement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</a:t>
                      </a:r>
                      <a:r>
                        <a:rPr lang="en-US" sz="105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misspecification</a:t>
                      </a:r>
                      <a:endParaRPr lang="en-US" sz="105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Weak negative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Negative association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38765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effect estimate for primary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1.51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1.25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04761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 effect estimate for negative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-0.50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0386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of negative control 95% confidence intervals that included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37160" marR="137160" marT="137160" marB="13716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842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82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81</Words>
  <Application>Microsoft Macintosh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Heather M</dc:creator>
  <cp:lastModifiedBy>Heather M</cp:lastModifiedBy>
  <cp:revision>28</cp:revision>
  <dcterms:created xsi:type="dcterms:W3CDTF">2025-04-18T21:33:45Z</dcterms:created>
  <dcterms:modified xsi:type="dcterms:W3CDTF">2025-10-13T22:43:27Z</dcterms:modified>
</cp:coreProperties>
</file>