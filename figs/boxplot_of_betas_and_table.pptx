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60"/>
    <p:restoredTop sz="94714"/>
  </p:normalViewPr>
  <p:slideViewPr>
    <p:cSldViewPr snapToGrid="0">
      <p:cViewPr varScale="1">
        <p:scale>
          <a:sx n="112" d="100"/>
          <a:sy n="112" d="100"/>
        </p:scale>
        <p:origin x="17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A2ED8-172D-4540-C2A7-5DDD60974E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0C585F-D9F8-467A-BE8A-DB44DF31F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84F88-1E43-4DD9-B1A3-BD42369FF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3DCB-CE5A-6A42-9D77-F16639D72981}" type="datetimeFigureOut">
              <a:rPr lang="en-US" smtClean="0"/>
              <a:t>5/1/25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621792-1272-2478-5ABB-53CCCBBEA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45661-3F4F-1130-3FF7-349F6E9C3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93134-C8AE-B740-A766-CA65DD8C5F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377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7238A-36A2-A1C4-F150-1C1A89423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A1242D-BC2A-8FB6-D1FB-E2A57FAE57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B678C4-A8EE-E181-4858-4E6EE2FFB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3DCB-CE5A-6A42-9D77-F16639D72981}" type="datetimeFigureOut">
              <a:rPr lang="en-US" smtClean="0"/>
              <a:t>5/1/25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12EBBF-7258-F301-5013-93318D8F0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537A8E-2DA8-8E5C-F4D2-65D333B67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93134-C8AE-B740-A766-CA65DD8C5F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016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D50A5-E21C-9394-60B8-00F6DAE0B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57C5E2-B0F4-8A02-A7AF-E2A75A4E38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B0E84-938B-7CD3-8ABC-87265449F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3DCB-CE5A-6A42-9D77-F16639D72981}" type="datetimeFigureOut">
              <a:rPr lang="en-US" smtClean="0"/>
              <a:t>5/1/25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14CDE-BA33-C41C-0019-919CE3656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F77AAF-9C76-D11E-6705-30D4FF587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93134-C8AE-B740-A766-CA65DD8C5F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7235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B0C33-F9FA-FF71-35D4-945B55412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44F806-B812-6A08-E198-AF5570C2D2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74A200-52F4-5C1D-C0F3-3FB23BE651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A64B55-06E2-B965-B5F0-2FA74A91C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3DCB-CE5A-6A42-9D77-F16639D72981}" type="datetimeFigureOut">
              <a:rPr lang="en-US" smtClean="0"/>
              <a:t>5/1/25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4D3599-5753-550C-F72B-67D3CB9B6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FE8176-11B6-EB7A-CB7B-5B868F58B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93134-C8AE-B740-A766-CA65DD8C5F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114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C9428-1980-38C8-DE2E-6C542BCB2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A3F440-8F15-A091-270E-682A010F41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92BF50-3C59-BC1D-CD19-8C81B694E9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055BF1-6FEA-1017-B17C-2766D24414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C601D4-4671-0880-E7E0-1FDCB0CEED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0E9ECA1-D679-5F6C-4F33-B134F6AA8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3DCB-CE5A-6A42-9D77-F16639D72981}" type="datetimeFigureOut">
              <a:rPr lang="en-US" smtClean="0"/>
              <a:t>5/1/25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70EF2D-11DA-300C-0580-FF724DD79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9B1056-D012-2726-D723-88191A08E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93134-C8AE-B740-A766-CA65DD8C5F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717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5B002-6879-D71C-64C7-D0B275AC1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5F9357-9518-EE7D-375C-7039D3AB4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3DCB-CE5A-6A42-9D77-F16639D72981}" type="datetimeFigureOut">
              <a:rPr lang="en-US" smtClean="0"/>
              <a:t>5/1/25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8BC646-09F9-6619-BC48-FBD2BBF96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81AC96-C392-45B2-07B8-DC42871C3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93134-C8AE-B740-A766-CA65DD8C5F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464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E01B9C-6A8F-CECF-5B84-7BA10455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3DCB-CE5A-6A42-9D77-F16639D72981}" type="datetimeFigureOut">
              <a:rPr lang="en-US" smtClean="0"/>
              <a:t>5/1/25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4BEAF7-6B78-AEF1-344F-B6A5C241C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0AA9DF-AA0F-DB38-DF8A-3184DE14E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93134-C8AE-B740-A766-CA65DD8C5F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25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80C50-9D39-ACB9-1F53-15DF064E9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DC5861-CD7D-AA3F-DA34-E8212B5C5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7BAFA8-C936-F721-D70D-54D0EC8AC2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76C4EB-8C2A-7B2E-A25D-9A1CA5E6F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3DCB-CE5A-6A42-9D77-F16639D72981}" type="datetimeFigureOut">
              <a:rPr lang="en-US" smtClean="0"/>
              <a:t>5/1/25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8D1357-212C-3B81-F48D-873DC53C5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0B0B30-A1D0-CD60-903A-961955BAF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93134-C8AE-B740-A766-CA65DD8C5F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839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821F3-6746-D3B4-0957-DAA9AA20B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83D4B-364E-F820-D466-8BB3844DFE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1468DC-E3F8-276D-39F1-8573F0EAD5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3489CB-56AE-B547-C705-C08E52C14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3DCB-CE5A-6A42-9D77-F16639D72981}" type="datetimeFigureOut">
              <a:rPr lang="en-US" smtClean="0"/>
              <a:t>5/1/25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BFDCB3-0712-7119-E9CC-81C51AFF7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CF48E5-4F36-EFFC-0035-036A90111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93134-C8AE-B740-A766-CA65DD8C5F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3082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2A114-C632-6224-9475-576BD8A91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A6420F-9A80-C942-DA8C-07F8E3E990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5F505C-15A3-B9BF-91E0-7058D0FC0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3DCB-CE5A-6A42-9D77-F16639D72981}" type="datetimeFigureOut">
              <a:rPr lang="en-US" smtClean="0"/>
              <a:t>5/1/25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512F1D-0EE1-3DCC-AE10-255F04400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7DF1CE-8F71-4148-1A8C-ED4D2315E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93134-C8AE-B740-A766-CA65DD8C5F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3656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5E28A6C-9C6F-645E-721E-A7385DC9FD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A53A75-0D25-46EF-B6C8-FA5E98268A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C963C6-5AF8-C9DB-645B-90B7232F9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63DCB-CE5A-6A42-9D77-F16639D72981}" type="datetimeFigureOut">
              <a:rPr lang="en-US" smtClean="0"/>
              <a:t>5/1/25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6E41BB-B3BB-B6EC-BCB6-D53DF209C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4398F8-D13F-95D3-7239-6CB24518B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E93134-C8AE-B740-A766-CA65DD8C5F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428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A666A7-9C6A-F52C-AB3F-5C56BBB68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C59ECC-5C53-3FED-8326-0D68418D0D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EC51EC-BAA6-E589-B0D0-92BC26C605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763DCB-CE5A-6A42-9D77-F16639D72981}" type="datetimeFigureOut">
              <a:rPr lang="en-US" smtClean="0"/>
              <a:t>5/1/25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A78F4D-A438-BB1A-5BBE-C86D1DF2C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490D3-9FBE-B362-86CB-B78145950B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E93134-C8AE-B740-A766-CA65DD8C5F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240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31B2C86-99BA-0FEA-2695-5530CAA96767}"/>
              </a:ext>
            </a:extLst>
          </p:cNvPr>
          <p:cNvSpPr txBox="1"/>
          <p:nvPr/>
        </p:nvSpPr>
        <p:spPr>
          <a:xfrm>
            <a:off x="9182022" y="2653778"/>
            <a:ext cx="166904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True effect of exposure </a:t>
            </a:r>
          </a:p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on outcome (1.0)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18EC30E-B73A-1835-63B8-12F186062F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1133"/>
            <a:ext cx="11221024" cy="520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0095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6677C61-AD60-C875-3847-14AFE4BCA0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0961093"/>
              </p:ext>
            </p:extLst>
          </p:nvPr>
        </p:nvGraphicFramePr>
        <p:xfrm>
          <a:off x="982981" y="1719174"/>
          <a:ext cx="9828000" cy="229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4000">
                  <a:extLst>
                    <a:ext uri="{9D8B030D-6E8A-4147-A177-3AD203B41FA5}">
                      <a16:colId xmlns:a16="http://schemas.microsoft.com/office/drawing/2014/main" val="1457660457"/>
                    </a:ext>
                  </a:extLst>
                </a:gridCol>
                <a:gridCol w="1404000">
                  <a:extLst>
                    <a:ext uri="{9D8B030D-6E8A-4147-A177-3AD203B41FA5}">
                      <a16:colId xmlns:a16="http://schemas.microsoft.com/office/drawing/2014/main" val="528448053"/>
                    </a:ext>
                  </a:extLst>
                </a:gridCol>
                <a:gridCol w="1404000">
                  <a:extLst>
                    <a:ext uri="{9D8B030D-6E8A-4147-A177-3AD203B41FA5}">
                      <a16:colId xmlns:a16="http://schemas.microsoft.com/office/drawing/2014/main" val="2110753931"/>
                    </a:ext>
                  </a:extLst>
                </a:gridCol>
                <a:gridCol w="1404000">
                  <a:extLst>
                    <a:ext uri="{9D8B030D-6E8A-4147-A177-3AD203B41FA5}">
                      <a16:colId xmlns:a16="http://schemas.microsoft.com/office/drawing/2014/main" val="2706555722"/>
                    </a:ext>
                  </a:extLst>
                </a:gridCol>
                <a:gridCol w="1404000">
                  <a:extLst>
                    <a:ext uri="{9D8B030D-6E8A-4147-A177-3AD203B41FA5}">
                      <a16:colId xmlns:a16="http://schemas.microsoft.com/office/drawing/2014/main" val="3768983624"/>
                    </a:ext>
                  </a:extLst>
                </a:gridCol>
                <a:gridCol w="1404000">
                  <a:extLst>
                    <a:ext uri="{9D8B030D-6E8A-4147-A177-3AD203B41FA5}">
                      <a16:colId xmlns:a16="http://schemas.microsoft.com/office/drawing/2014/main" val="3070574756"/>
                    </a:ext>
                  </a:extLst>
                </a:gridCol>
                <a:gridCol w="1404000">
                  <a:extLst>
                    <a:ext uri="{9D8B030D-6E8A-4147-A177-3AD203B41FA5}">
                      <a16:colId xmlns:a16="http://schemas.microsoft.com/office/drawing/2014/main" val="1011247632"/>
                    </a:ext>
                  </a:extLst>
                </a:gridCol>
              </a:tblGrid>
              <a:tr h="3610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Simulation scenario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 Correct case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 Missing confounder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 Modelling error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4. Measurement error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 Weak negative control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 Negative association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338765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Mean effect estimate for primary analysis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1.50</a:t>
                      </a:r>
                    </a:p>
                  </a:txBody>
                  <a:tcPr marL="137160" marR="137160" marT="137160" marB="13716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1.51</a:t>
                      </a:r>
                    </a:p>
                  </a:txBody>
                  <a:tcPr marL="137160" marR="137160" marT="137160" marB="13716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1.25</a:t>
                      </a:r>
                    </a:p>
                  </a:txBody>
                  <a:tcPr marL="137160" marR="137160" marT="137160" marB="13716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2.00</a:t>
                      </a:r>
                    </a:p>
                  </a:txBody>
                  <a:tcPr marL="137160" marR="137160" marT="137160" marB="13716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1.50</a:t>
                      </a:r>
                    </a:p>
                  </a:txBody>
                  <a:tcPr marL="137160" marR="137160" marT="137160" marB="13716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1.50</a:t>
                      </a:r>
                    </a:p>
                  </a:txBody>
                  <a:tcPr marL="137160" marR="137160" marT="137160" marB="13716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04761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Mean effect estimate for negative control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0.49</a:t>
                      </a:r>
                    </a:p>
                  </a:txBody>
                  <a:tcPr marL="137160" marR="137160" marT="137160" marB="13716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</a:t>
                      </a:r>
                    </a:p>
                  </a:txBody>
                  <a:tcPr marL="137160" marR="137160" marT="137160" marB="13716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</a:t>
                      </a:r>
                    </a:p>
                  </a:txBody>
                  <a:tcPr marL="137160" marR="137160" marT="137160" marB="13716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</a:t>
                      </a:r>
                    </a:p>
                  </a:txBody>
                  <a:tcPr marL="137160" marR="137160" marT="137160" marB="13716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0.01</a:t>
                      </a:r>
                    </a:p>
                  </a:txBody>
                  <a:tcPr marL="137160" marR="137160" marT="137160" marB="13716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-0.50</a:t>
                      </a:r>
                    </a:p>
                  </a:txBody>
                  <a:tcPr marL="137160" marR="137160" marT="137160" marB="13716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010386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% of negative control 95% confidence intervals that included 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37160" marR="137160" marT="137160" marB="13716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97</a:t>
                      </a:r>
                    </a:p>
                  </a:txBody>
                  <a:tcPr marL="137160" marR="137160" marT="137160" marB="13716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94</a:t>
                      </a:r>
                    </a:p>
                  </a:txBody>
                  <a:tcPr marL="137160" marR="137160" marT="137160" marB="13716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94</a:t>
                      </a:r>
                    </a:p>
                  </a:txBody>
                  <a:tcPr marL="137160" marR="137160" marT="137160" marB="13716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94</a:t>
                      </a:r>
                    </a:p>
                  </a:txBody>
                  <a:tcPr marL="137160" marR="137160" marT="137160" marB="13716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</a:p>
                  </a:txBody>
                  <a:tcPr marL="137160" marR="137160" marT="137160" marB="13716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0842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68235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729</TotalTime>
  <Words>78</Words>
  <Application>Microsoft Macintosh PowerPoint</Application>
  <PresentationFormat>Widescreen</PresentationFormat>
  <Paragraphs>30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Heather M</dc:creator>
  <cp:lastModifiedBy>Heather M</cp:lastModifiedBy>
  <cp:revision>24</cp:revision>
  <dcterms:created xsi:type="dcterms:W3CDTF">2025-04-18T21:33:45Z</dcterms:created>
  <dcterms:modified xsi:type="dcterms:W3CDTF">2025-05-01T20:07:40Z</dcterms:modified>
</cp:coreProperties>
</file>