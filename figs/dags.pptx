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64"/>
  </p:normalViewPr>
  <p:slideViewPr>
    <p:cSldViewPr snapToGrid="0">
      <p:cViewPr varScale="1">
        <p:scale>
          <a:sx n="112" d="100"/>
          <a:sy n="11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23BA-CA16-D472-57B5-98797D0E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3E0AB-96EB-15A3-73F5-AE9B2D8F3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8EA9-4867-7F4D-EF27-9D0D132A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ECDE-C93C-4264-E03B-5B93DAB5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E4202-1B6E-F66A-1111-5C19DD53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5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F5D8-105B-0DE3-AD91-B800614D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6C19F-125F-4837-CED0-EA91156C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B4056-561F-0E5A-A1D6-61C40D5E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105E8-D25F-61D4-AB1E-D0C5C56E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79E06-546D-D0B1-B573-FADA6DE2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4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B963-FBF8-A48C-DE1E-25DC76BD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13B5B-DEBE-134C-8232-99B70FF25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EF1BF-7E66-DE8D-554C-3D443E8B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A62A9-ABF9-E889-5E73-4D2C244F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B117B-9911-DE12-0EEF-E1AAF5CF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6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BCA2-088A-3A5B-24E5-2F5C0003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97F1-0F3C-8151-EB5F-DB509207A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88263-B60B-082A-1D1A-5558058C2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7C66F-AC98-C93F-55AA-CE9E275E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67F15-7678-2683-A269-0E08FDD6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50B4-0A2F-EE7B-E27A-D68A0DE5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2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04E2-889E-35DA-6B11-E2FC3BDD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F5341-3BE8-B587-C16A-A36B044C8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351C6-4C79-8768-B7FD-822360662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78393-92A5-4BFB-F8FD-E601C0A29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2C2DD-B77B-90A7-D60E-75A7A1D8B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4A11B-ED37-17BC-EA84-B3E35644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0E04E-7705-30B6-8746-9FCD4690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529B4-8238-3D1F-77B7-6CA1A7E2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5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83C1-2050-8FFA-E5CB-E070931A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3C2C09-BA04-FAAD-FD1E-1FD124D4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7E01C-C875-10D8-C477-78FE48D1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51490-9AE5-FD18-90E1-2D729EE1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8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316B9-8349-505F-A645-6A5A397A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E3BE7-E543-FB33-CAF5-2BE23266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CE841-226E-A018-6037-FE658490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8590-4AD9-28A3-5734-41B0FE7A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3365-6F03-99F7-4C67-C46C78898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5755C-C8CE-309E-BDED-35D481E25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C73EF-C6D0-C67F-BDD5-E47558F9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D87D9-309B-B6E0-C29F-CD7DC37C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A646A-29C9-1348-9BAE-C5D8AA2D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1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5218-891A-2E69-BE5A-1BA15BB9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442F4-6A89-4EE8-DB57-F420EAB9F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AF94A-8B4F-7FAE-3E0F-C04B3B63B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8D651-8C80-7A8C-F325-C1BADECB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5D9A7-1EDE-5E01-C3AA-5FB91F5F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EE8EC-F277-3491-416C-D0031FF2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01C9-76E8-1577-4717-AD2EEA64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B952E-687A-5937-F324-E124EF74A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7E925-1C6B-A72D-57F3-14793EC5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3E59D-C715-6BDD-36A5-61114A3A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6C4D-D8A1-5DA4-20CC-0042F1CC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5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C6B84-BC6B-1A99-3F72-68EDF1EA3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46E6E-8771-B068-153A-A4CBC7B34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6A06D-CE64-FC6C-BE77-83F41DC4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0B40-7368-5FE7-F171-B57EBFA7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AF9F6-22C1-DBAB-E10B-17EF4EBE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1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42D68-BF44-6E99-FE16-61CAEDE0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6E8C-712D-14A8-A4EB-7D87C927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A8C19-C386-3B05-D603-1DACA35CF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9D602-AEB9-1546-814D-336A3033BA93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92B3-55B0-C406-60F1-8F21D9E1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B7611-8CE3-8FFF-9D50-69194C95E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AA4C5-FFC1-E34D-99EC-5D529C085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5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BCFB04-330A-930F-BD18-0877B775DC49}"/>
              </a:ext>
            </a:extLst>
          </p:cNvPr>
          <p:cNvCxnSpPr>
            <a:cxnSpLocks/>
          </p:cNvCxnSpPr>
          <p:nvPr/>
        </p:nvCxnSpPr>
        <p:spPr>
          <a:xfrm>
            <a:off x="1352922" y="134874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F67861-0EAC-71A2-1474-DF22F8EF1724}"/>
              </a:ext>
            </a:extLst>
          </p:cNvPr>
          <p:cNvCxnSpPr>
            <a:cxnSpLocks/>
          </p:cNvCxnSpPr>
          <p:nvPr/>
        </p:nvCxnSpPr>
        <p:spPr>
          <a:xfrm flipV="1">
            <a:off x="1835084" y="1554242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E913C6-2DB2-3DC8-CBA5-2CCE034D136F}"/>
              </a:ext>
            </a:extLst>
          </p:cNvPr>
          <p:cNvSpPr txBox="1"/>
          <p:nvPr/>
        </p:nvSpPr>
        <p:spPr>
          <a:xfrm>
            <a:off x="949852" y="11640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F3BB2-ED74-FF3D-C205-2357CC127C40}"/>
              </a:ext>
            </a:extLst>
          </p:cNvPr>
          <p:cNvSpPr txBox="1"/>
          <p:nvPr/>
        </p:nvSpPr>
        <p:spPr>
          <a:xfrm>
            <a:off x="2079228" y="118491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AAFEB-09B3-C993-E608-679F19B37E8F}"/>
              </a:ext>
            </a:extLst>
          </p:cNvPr>
          <p:cNvSpPr txBox="1"/>
          <p:nvPr/>
        </p:nvSpPr>
        <p:spPr>
          <a:xfrm>
            <a:off x="3860312" y="120096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6FCEC6-16D6-A56A-0695-E9E5636B7987}"/>
              </a:ext>
            </a:extLst>
          </p:cNvPr>
          <p:cNvSpPr txBox="1"/>
          <p:nvPr/>
        </p:nvSpPr>
        <p:spPr>
          <a:xfrm>
            <a:off x="1500002" y="18991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0F468C-3E26-0EB6-1A1E-408DFEA10752}"/>
              </a:ext>
            </a:extLst>
          </p:cNvPr>
          <p:cNvCxnSpPr>
            <a:cxnSpLocks/>
          </p:cNvCxnSpPr>
          <p:nvPr/>
        </p:nvCxnSpPr>
        <p:spPr>
          <a:xfrm flipH="1" flipV="1">
            <a:off x="1267568" y="1554242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0609F8-D692-EE38-E5DB-1126A26BCFAC}"/>
              </a:ext>
            </a:extLst>
          </p:cNvPr>
          <p:cNvCxnSpPr>
            <a:cxnSpLocks/>
          </p:cNvCxnSpPr>
          <p:nvPr/>
        </p:nvCxnSpPr>
        <p:spPr>
          <a:xfrm flipV="1">
            <a:off x="3637624" y="1565434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8D9AC3-E56F-FDAA-C866-11536D96D4F9}"/>
              </a:ext>
            </a:extLst>
          </p:cNvPr>
          <p:cNvSpPr txBox="1"/>
          <p:nvPr/>
        </p:nvSpPr>
        <p:spPr>
          <a:xfrm>
            <a:off x="2752392" y="1200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B58574-2DFD-7576-37A4-F4C87F8497ED}"/>
              </a:ext>
            </a:extLst>
          </p:cNvPr>
          <p:cNvSpPr txBox="1"/>
          <p:nvPr/>
        </p:nvSpPr>
        <p:spPr>
          <a:xfrm>
            <a:off x="3302542" y="191035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FDE4C9-0F21-4CE5-7C1F-0B0801E61A5A}"/>
              </a:ext>
            </a:extLst>
          </p:cNvPr>
          <p:cNvCxnSpPr>
            <a:cxnSpLocks/>
          </p:cNvCxnSpPr>
          <p:nvPr/>
        </p:nvCxnSpPr>
        <p:spPr>
          <a:xfrm flipH="1" flipV="1">
            <a:off x="3070108" y="1565434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65B1E8D-6FF3-4F95-B53E-F789FB11B94B}"/>
              </a:ext>
            </a:extLst>
          </p:cNvPr>
          <p:cNvSpPr txBox="1"/>
          <p:nvPr/>
        </p:nvSpPr>
        <p:spPr>
          <a:xfrm>
            <a:off x="2745722" y="16837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13696A-FD05-AD72-A856-5925F31914C9}"/>
              </a:ext>
            </a:extLst>
          </p:cNvPr>
          <p:cNvSpPr txBox="1"/>
          <p:nvPr/>
        </p:nvSpPr>
        <p:spPr>
          <a:xfrm>
            <a:off x="3860312" y="17465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F938C0-A051-6036-8924-DF180073E5F9}"/>
              </a:ext>
            </a:extLst>
          </p:cNvPr>
          <p:cNvSpPr txBox="1"/>
          <p:nvPr/>
        </p:nvSpPr>
        <p:spPr>
          <a:xfrm>
            <a:off x="2017389" y="1659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1D23CA-D273-ED40-A475-F752802589B6}"/>
              </a:ext>
            </a:extLst>
          </p:cNvPr>
          <p:cNvSpPr txBox="1"/>
          <p:nvPr/>
        </p:nvSpPr>
        <p:spPr>
          <a:xfrm>
            <a:off x="1010830" y="16822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DB446-CCAE-A57D-8A31-74D11418FCDC}"/>
              </a:ext>
            </a:extLst>
          </p:cNvPr>
          <p:cNvSpPr txBox="1"/>
          <p:nvPr/>
        </p:nvSpPr>
        <p:spPr>
          <a:xfrm>
            <a:off x="1476747" y="50887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DC6BB1-BE30-189B-BE25-F9B03000BD74}"/>
              </a:ext>
            </a:extLst>
          </p:cNvPr>
          <p:cNvCxnSpPr>
            <a:cxnSpLocks/>
          </p:cNvCxnSpPr>
          <p:nvPr/>
        </p:nvCxnSpPr>
        <p:spPr>
          <a:xfrm flipH="1">
            <a:off x="1246112" y="808495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39A073-AAEA-BBAE-2584-D8375878F600}"/>
              </a:ext>
            </a:extLst>
          </p:cNvPr>
          <p:cNvCxnSpPr>
            <a:cxnSpLocks/>
          </p:cNvCxnSpPr>
          <p:nvPr/>
        </p:nvCxnSpPr>
        <p:spPr>
          <a:xfrm>
            <a:off x="1767473" y="798315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ABB7B60-8B20-69D0-E5E4-74E19D01FE5E}"/>
              </a:ext>
            </a:extLst>
          </p:cNvPr>
          <p:cNvSpPr txBox="1"/>
          <p:nvPr/>
        </p:nvSpPr>
        <p:spPr>
          <a:xfrm>
            <a:off x="3255338" y="52493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9A1600-D09B-5311-9EDD-B7684D75A23D}"/>
              </a:ext>
            </a:extLst>
          </p:cNvPr>
          <p:cNvCxnSpPr>
            <a:cxnSpLocks/>
          </p:cNvCxnSpPr>
          <p:nvPr/>
        </p:nvCxnSpPr>
        <p:spPr>
          <a:xfrm flipH="1">
            <a:off x="3024703" y="824554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237729-07B1-3630-1B76-98153949EF0A}"/>
              </a:ext>
            </a:extLst>
          </p:cNvPr>
          <p:cNvCxnSpPr>
            <a:cxnSpLocks/>
          </p:cNvCxnSpPr>
          <p:nvPr/>
        </p:nvCxnSpPr>
        <p:spPr>
          <a:xfrm>
            <a:off x="3546064" y="814374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2C4A6D-6859-094D-9FA3-E6148A5249EA}"/>
              </a:ext>
            </a:extLst>
          </p:cNvPr>
          <p:cNvCxnSpPr>
            <a:cxnSpLocks/>
          </p:cNvCxnSpPr>
          <p:nvPr/>
        </p:nvCxnSpPr>
        <p:spPr>
          <a:xfrm>
            <a:off x="1479661" y="470297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A3BEDC-33FC-61BD-71E5-474538760B86}"/>
              </a:ext>
            </a:extLst>
          </p:cNvPr>
          <p:cNvCxnSpPr>
            <a:cxnSpLocks/>
          </p:cNvCxnSpPr>
          <p:nvPr/>
        </p:nvCxnSpPr>
        <p:spPr>
          <a:xfrm flipV="1">
            <a:off x="1961823" y="4908472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571044-FEC0-0503-AA69-EE62CA21C998}"/>
              </a:ext>
            </a:extLst>
          </p:cNvPr>
          <p:cNvSpPr txBox="1"/>
          <p:nvPr/>
        </p:nvSpPr>
        <p:spPr>
          <a:xfrm>
            <a:off x="1076591" y="451830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2BF0D-E8B3-C655-F0D1-98352F2D3A8B}"/>
              </a:ext>
            </a:extLst>
          </p:cNvPr>
          <p:cNvSpPr txBox="1"/>
          <p:nvPr/>
        </p:nvSpPr>
        <p:spPr>
          <a:xfrm>
            <a:off x="2205967" y="453914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02A92-9D81-FE0B-F1A8-B0A2C2E2B946}"/>
              </a:ext>
            </a:extLst>
          </p:cNvPr>
          <p:cNvSpPr txBox="1"/>
          <p:nvPr/>
        </p:nvSpPr>
        <p:spPr>
          <a:xfrm>
            <a:off x="1626741" y="525339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766E97-A022-E9F3-2D4F-2DE57BDCD860}"/>
              </a:ext>
            </a:extLst>
          </p:cNvPr>
          <p:cNvCxnSpPr>
            <a:cxnSpLocks/>
          </p:cNvCxnSpPr>
          <p:nvPr/>
        </p:nvCxnSpPr>
        <p:spPr>
          <a:xfrm flipH="1" flipV="1">
            <a:off x="1394307" y="4908472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B0BA66-9DED-E1CB-3453-4F40EC8CDA3F}"/>
              </a:ext>
            </a:extLst>
          </p:cNvPr>
          <p:cNvSpPr txBox="1"/>
          <p:nvPr/>
        </p:nvSpPr>
        <p:spPr>
          <a:xfrm>
            <a:off x="2144128" y="50137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F422B2-C02C-AFA5-43FB-F7BD5E47C7DB}"/>
              </a:ext>
            </a:extLst>
          </p:cNvPr>
          <p:cNvSpPr txBox="1"/>
          <p:nvPr/>
        </p:nvSpPr>
        <p:spPr>
          <a:xfrm>
            <a:off x="1137569" y="50365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7B414-90E6-EC35-A97D-2C15E7B0469B}"/>
              </a:ext>
            </a:extLst>
          </p:cNvPr>
          <p:cNvSpPr txBox="1"/>
          <p:nvPr/>
        </p:nvSpPr>
        <p:spPr>
          <a:xfrm>
            <a:off x="4210267" y="453550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684217-DBAD-EBAA-8BD8-E99EB1F65C35}"/>
              </a:ext>
            </a:extLst>
          </p:cNvPr>
          <p:cNvCxnSpPr>
            <a:cxnSpLocks/>
          </p:cNvCxnSpPr>
          <p:nvPr/>
        </p:nvCxnSpPr>
        <p:spPr>
          <a:xfrm flipV="1">
            <a:off x="3987579" y="4925676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04D937-2ED5-F546-239F-D27854F50E82}"/>
              </a:ext>
            </a:extLst>
          </p:cNvPr>
          <p:cNvSpPr txBox="1"/>
          <p:nvPr/>
        </p:nvSpPr>
        <p:spPr>
          <a:xfrm>
            <a:off x="3102347" y="45355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0CDB2-E7FE-84EA-4EF1-D2967B01834D}"/>
              </a:ext>
            </a:extLst>
          </p:cNvPr>
          <p:cNvSpPr txBox="1"/>
          <p:nvPr/>
        </p:nvSpPr>
        <p:spPr>
          <a:xfrm>
            <a:off x="3652497" y="52706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914CA6-899A-B290-46A4-7A8ECC5FCFA3}"/>
              </a:ext>
            </a:extLst>
          </p:cNvPr>
          <p:cNvCxnSpPr>
            <a:cxnSpLocks/>
          </p:cNvCxnSpPr>
          <p:nvPr/>
        </p:nvCxnSpPr>
        <p:spPr>
          <a:xfrm flipH="1" flipV="1">
            <a:off x="3420063" y="4925676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274927-D633-B6E2-AE34-33087B976B8F}"/>
              </a:ext>
            </a:extLst>
          </p:cNvPr>
          <p:cNvSpPr txBox="1"/>
          <p:nvPr/>
        </p:nvSpPr>
        <p:spPr>
          <a:xfrm>
            <a:off x="3095677" y="50440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4E0EDC-BE99-1453-BBDA-2D5A3FE7CA21}"/>
              </a:ext>
            </a:extLst>
          </p:cNvPr>
          <p:cNvSpPr txBox="1"/>
          <p:nvPr/>
        </p:nvSpPr>
        <p:spPr>
          <a:xfrm>
            <a:off x="4210267" y="51067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0D4970-5954-F01F-43D0-79CE28913F7C}"/>
              </a:ext>
            </a:extLst>
          </p:cNvPr>
          <p:cNvSpPr txBox="1"/>
          <p:nvPr/>
        </p:nvSpPr>
        <p:spPr>
          <a:xfrm>
            <a:off x="2062766" y="5221190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cubic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38F954-A9C2-FCB7-8575-776D93421E43}"/>
              </a:ext>
            </a:extLst>
          </p:cNvPr>
          <p:cNvSpPr txBox="1"/>
          <p:nvPr/>
        </p:nvSpPr>
        <p:spPr>
          <a:xfrm>
            <a:off x="4109651" y="5316350"/>
            <a:ext cx="538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linear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ED2797-CA54-7436-A7C6-2DA1F88BB0FD}"/>
              </a:ext>
            </a:extLst>
          </p:cNvPr>
          <p:cNvCxnSpPr>
            <a:cxnSpLocks/>
          </p:cNvCxnSpPr>
          <p:nvPr/>
        </p:nvCxnSpPr>
        <p:spPr>
          <a:xfrm>
            <a:off x="7061311" y="878206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83FF18-E5AF-C861-766C-5036B5211C8D}"/>
              </a:ext>
            </a:extLst>
          </p:cNvPr>
          <p:cNvCxnSpPr>
            <a:cxnSpLocks/>
          </p:cNvCxnSpPr>
          <p:nvPr/>
        </p:nvCxnSpPr>
        <p:spPr>
          <a:xfrm flipV="1">
            <a:off x="7543473" y="1083708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CF77D4B-BBA2-A1D3-E9B7-564A5A12FAC1}"/>
              </a:ext>
            </a:extLst>
          </p:cNvPr>
          <p:cNvSpPr txBox="1"/>
          <p:nvPr/>
        </p:nvSpPr>
        <p:spPr>
          <a:xfrm>
            <a:off x="6658241" y="6935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72AC9D-BEA9-621A-7910-E77591A17BA9}"/>
              </a:ext>
            </a:extLst>
          </p:cNvPr>
          <p:cNvSpPr txBox="1"/>
          <p:nvPr/>
        </p:nvSpPr>
        <p:spPr>
          <a:xfrm>
            <a:off x="7787617" y="71437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C9A327-F540-0BE4-BB22-9F17A165C2ED}"/>
              </a:ext>
            </a:extLst>
          </p:cNvPr>
          <p:cNvSpPr txBox="1"/>
          <p:nvPr/>
        </p:nvSpPr>
        <p:spPr>
          <a:xfrm>
            <a:off x="7208391" y="142863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C70933-70DE-145F-278E-C482B75E364A}"/>
              </a:ext>
            </a:extLst>
          </p:cNvPr>
          <p:cNvCxnSpPr>
            <a:cxnSpLocks/>
          </p:cNvCxnSpPr>
          <p:nvPr/>
        </p:nvCxnSpPr>
        <p:spPr>
          <a:xfrm flipH="1" flipV="1">
            <a:off x="6975957" y="1083708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7EB8C7C-3ED5-E6CA-C209-D42DE8860E59}"/>
              </a:ext>
            </a:extLst>
          </p:cNvPr>
          <p:cNvSpPr txBox="1"/>
          <p:nvPr/>
        </p:nvSpPr>
        <p:spPr>
          <a:xfrm>
            <a:off x="7725778" y="11890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0A0A5-C01C-F048-41BA-359C7E370181}"/>
              </a:ext>
            </a:extLst>
          </p:cNvPr>
          <p:cNvSpPr txBox="1"/>
          <p:nvPr/>
        </p:nvSpPr>
        <p:spPr>
          <a:xfrm>
            <a:off x="6719219" y="12117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D27B9-9331-EE37-085B-B6501F50A2E4}"/>
              </a:ext>
            </a:extLst>
          </p:cNvPr>
          <p:cNvSpPr txBox="1"/>
          <p:nvPr/>
        </p:nvSpPr>
        <p:spPr>
          <a:xfrm>
            <a:off x="7608448" y="1416309"/>
            <a:ext cx="1081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with measurement error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DF7A9B-A835-DE2F-3A3F-0FF3AFA8397E}"/>
              </a:ext>
            </a:extLst>
          </p:cNvPr>
          <p:cNvSpPr txBox="1"/>
          <p:nvPr/>
        </p:nvSpPr>
        <p:spPr>
          <a:xfrm>
            <a:off x="10483160" y="62228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23B73F-10D9-31D5-28A7-F29741D047EA}"/>
              </a:ext>
            </a:extLst>
          </p:cNvPr>
          <p:cNvCxnSpPr>
            <a:cxnSpLocks/>
          </p:cNvCxnSpPr>
          <p:nvPr/>
        </p:nvCxnSpPr>
        <p:spPr>
          <a:xfrm flipV="1">
            <a:off x="10260472" y="1012448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87DE7C-2B7C-8354-BFFA-D98BDF10CA77}"/>
              </a:ext>
            </a:extLst>
          </p:cNvPr>
          <p:cNvSpPr txBox="1"/>
          <p:nvPr/>
        </p:nvSpPr>
        <p:spPr>
          <a:xfrm>
            <a:off x="9375240" y="6222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E17C70-8F7A-229C-8DB7-F56627104553}"/>
              </a:ext>
            </a:extLst>
          </p:cNvPr>
          <p:cNvSpPr txBox="1"/>
          <p:nvPr/>
        </p:nvSpPr>
        <p:spPr>
          <a:xfrm>
            <a:off x="9925390" y="135737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987833-CEE6-D89F-2922-D0CA0A0BB8B5}"/>
              </a:ext>
            </a:extLst>
          </p:cNvPr>
          <p:cNvCxnSpPr>
            <a:cxnSpLocks/>
          </p:cNvCxnSpPr>
          <p:nvPr/>
        </p:nvCxnSpPr>
        <p:spPr>
          <a:xfrm flipH="1" flipV="1">
            <a:off x="9692956" y="1012448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DE9C78-7256-49A1-7F72-4AACC608B7DE}"/>
              </a:ext>
            </a:extLst>
          </p:cNvPr>
          <p:cNvSpPr txBox="1"/>
          <p:nvPr/>
        </p:nvSpPr>
        <p:spPr>
          <a:xfrm>
            <a:off x="9368570" y="11307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5555C3-2A5A-1341-61EC-059F8A31A1D4}"/>
              </a:ext>
            </a:extLst>
          </p:cNvPr>
          <p:cNvSpPr txBox="1"/>
          <p:nvPr/>
        </p:nvSpPr>
        <p:spPr>
          <a:xfrm>
            <a:off x="10483160" y="11935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4D0A42-4408-13B7-85DB-89EE4087446C}"/>
              </a:ext>
            </a:extLst>
          </p:cNvPr>
          <p:cNvSpPr txBox="1"/>
          <p:nvPr/>
        </p:nvSpPr>
        <p:spPr>
          <a:xfrm>
            <a:off x="10382544" y="1403122"/>
            <a:ext cx="111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no measurement error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2CB2232-59DD-CD90-EF0E-632B7B633C22}"/>
              </a:ext>
            </a:extLst>
          </p:cNvPr>
          <p:cNvCxnSpPr>
            <a:cxnSpLocks/>
          </p:cNvCxnSpPr>
          <p:nvPr/>
        </p:nvCxnSpPr>
        <p:spPr>
          <a:xfrm>
            <a:off x="7178641" y="4521845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503DB10-4478-8AFE-CEC7-588482E10D7F}"/>
              </a:ext>
            </a:extLst>
          </p:cNvPr>
          <p:cNvCxnSpPr>
            <a:cxnSpLocks/>
          </p:cNvCxnSpPr>
          <p:nvPr/>
        </p:nvCxnSpPr>
        <p:spPr>
          <a:xfrm flipV="1">
            <a:off x="7660803" y="4727347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FD7E9FD-2EC7-0931-EB20-91DE34A32168}"/>
              </a:ext>
            </a:extLst>
          </p:cNvPr>
          <p:cNvSpPr txBox="1"/>
          <p:nvPr/>
        </p:nvSpPr>
        <p:spPr>
          <a:xfrm>
            <a:off x="6775571" y="433717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100CB6-4C5D-C539-F14B-F0DC77A7B61F}"/>
              </a:ext>
            </a:extLst>
          </p:cNvPr>
          <p:cNvSpPr txBox="1"/>
          <p:nvPr/>
        </p:nvSpPr>
        <p:spPr>
          <a:xfrm>
            <a:off x="7904947" y="435801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F46F43-C577-70F2-62BC-A345CD59CC33}"/>
              </a:ext>
            </a:extLst>
          </p:cNvPr>
          <p:cNvSpPr txBox="1"/>
          <p:nvPr/>
        </p:nvSpPr>
        <p:spPr>
          <a:xfrm>
            <a:off x="7325721" y="507227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D823E76-1986-A12F-BB44-48C23F4D852B}"/>
              </a:ext>
            </a:extLst>
          </p:cNvPr>
          <p:cNvCxnSpPr>
            <a:cxnSpLocks/>
          </p:cNvCxnSpPr>
          <p:nvPr/>
        </p:nvCxnSpPr>
        <p:spPr>
          <a:xfrm flipH="1" flipV="1">
            <a:off x="7093287" y="4727347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788FA5E-E214-7576-A85F-E75621F06588}"/>
              </a:ext>
            </a:extLst>
          </p:cNvPr>
          <p:cNvSpPr txBox="1"/>
          <p:nvPr/>
        </p:nvSpPr>
        <p:spPr>
          <a:xfrm>
            <a:off x="7843108" y="48326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3C3F88-300F-D438-8BAA-EB527BC5A8EF}"/>
              </a:ext>
            </a:extLst>
          </p:cNvPr>
          <p:cNvSpPr txBox="1"/>
          <p:nvPr/>
        </p:nvSpPr>
        <p:spPr>
          <a:xfrm>
            <a:off x="6836549" y="48553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FC0C6A-53F2-FE87-306C-1D7B4D4DC1F9}"/>
              </a:ext>
            </a:extLst>
          </p:cNvPr>
          <p:cNvSpPr txBox="1"/>
          <p:nvPr/>
        </p:nvSpPr>
        <p:spPr>
          <a:xfrm>
            <a:off x="7725778" y="5059948"/>
            <a:ext cx="108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strong association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795732-481F-3C8A-3A3C-EF56BFFAE444}"/>
              </a:ext>
            </a:extLst>
          </p:cNvPr>
          <p:cNvSpPr txBox="1"/>
          <p:nvPr/>
        </p:nvSpPr>
        <p:spPr>
          <a:xfrm>
            <a:off x="9640828" y="427910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E23C841-67B9-2D46-2244-B56A1966AFE3}"/>
              </a:ext>
            </a:extLst>
          </p:cNvPr>
          <p:cNvCxnSpPr>
            <a:cxnSpLocks/>
          </p:cNvCxnSpPr>
          <p:nvPr/>
        </p:nvCxnSpPr>
        <p:spPr>
          <a:xfrm flipV="1">
            <a:off x="9418140" y="4669274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FB7A7BC-1CF5-2F50-6B2B-904620E43C09}"/>
              </a:ext>
            </a:extLst>
          </p:cNvPr>
          <p:cNvSpPr txBox="1"/>
          <p:nvPr/>
        </p:nvSpPr>
        <p:spPr>
          <a:xfrm>
            <a:off x="8532908" y="427910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A093C6-2EE7-2AE5-1859-B9607A6FC57B}"/>
              </a:ext>
            </a:extLst>
          </p:cNvPr>
          <p:cNvSpPr txBox="1"/>
          <p:nvPr/>
        </p:nvSpPr>
        <p:spPr>
          <a:xfrm>
            <a:off x="9083058" y="501419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1D3B4BB-CD80-FA06-0877-821BCFEBBB92}"/>
              </a:ext>
            </a:extLst>
          </p:cNvPr>
          <p:cNvCxnSpPr>
            <a:cxnSpLocks/>
          </p:cNvCxnSpPr>
          <p:nvPr/>
        </p:nvCxnSpPr>
        <p:spPr>
          <a:xfrm flipH="1" flipV="1">
            <a:off x="8850624" y="4669274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4CA9082-3A16-C750-C635-6FC9898FA70C}"/>
              </a:ext>
            </a:extLst>
          </p:cNvPr>
          <p:cNvSpPr txBox="1"/>
          <p:nvPr/>
        </p:nvSpPr>
        <p:spPr>
          <a:xfrm>
            <a:off x="8526238" y="47876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643922-10D9-6A64-0492-47BBB00CD2DD}"/>
              </a:ext>
            </a:extLst>
          </p:cNvPr>
          <p:cNvSpPr txBox="1"/>
          <p:nvPr/>
        </p:nvSpPr>
        <p:spPr>
          <a:xfrm>
            <a:off x="9640828" y="48503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035089-F491-CD82-EEA9-8283A8E571A5}"/>
              </a:ext>
            </a:extLst>
          </p:cNvPr>
          <p:cNvSpPr txBox="1"/>
          <p:nvPr/>
        </p:nvSpPr>
        <p:spPr>
          <a:xfrm>
            <a:off x="9540212" y="5059948"/>
            <a:ext cx="1110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weak association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C373F8-2395-63D2-99BD-60D65D25FC85}"/>
              </a:ext>
            </a:extLst>
          </p:cNvPr>
          <p:cNvSpPr txBox="1"/>
          <p:nvPr/>
        </p:nvSpPr>
        <p:spPr>
          <a:xfrm>
            <a:off x="3907516" y="362506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78D8F46-37DE-ED58-6ECC-2C403AA33D4F}"/>
              </a:ext>
            </a:extLst>
          </p:cNvPr>
          <p:cNvSpPr txBox="1"/>
          <p:nvPr/>
        </p:nvSpPr>
        <p:spPr>
          <a:xfrm>
            <a:off x="2799596" y="362506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4B8F4A-4707-7E52-8BF0-DFBE4C2CB083}"/>
              </a:ext>
            </a:extLst>
          </p:cNvPr>
          <p:cNvSpPr txBox="1"/>
          <p:nvPr/>
        </p:nvSpPr>
        <p:spPr>
          <a:xfrm>
            <a:off x="3302542" y="29490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48EBBFF-B160-0C26-D3B5-B9FC56B54F65}"/>
              </a:ext>
            </a:extLst>
          </p:cNvPr>
          <p:cNvCxnSpPr>
            <a:cxnSpLocks/>
          </p:cNvCxnSpPr>
          <p:nvPr/>
        </p:nvCxnSpPr>
        <p:spPr>
          <a:xfrm flipH="1">
            <a:off x="3071907" y="3248649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A9DD4C7-2320-258F-DA66-F63BC5D8A972}"/>
              </a:ext>
            </a:extLst>
          </p:cNvPr>
          <p:cNvCxnSpPr>
            <a:cxnSpLocks/>
          </p:cNvCxnSpPr>
          <p:nvPr/>
        </p:nvCxnSpPr>
        <p:spPr>
          <a:xfrm>
            <a:off x="3593268" y="3238469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88D28C8-E9F1-FF4D-A6DC-EF77B0BF4DFD}"/>
              </a:ext>
            </a:extLst>
          </p:cNvPr>
          <p:cNvCxnSpPr>
            <a:cxnSpLocks/>
          </p:cNvCxnSpPr>
          <p:nvPr/>
        </p:nvCxnSpPr>
        <p:spPr>
          <a:xfrm>
            <a:off x="1466391" y="3421618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313B746-A0B4-6620-E4FA-EDDE60B1D9EB}"/>
              </a:ext>
            </a:extLst>
          </p:cNvPr>
          <p:cNvCxnSpPr>
            <a:cxnSpLocks/>
          </p:cNvCxnSpPr>
          <p:nvPr/>
        </p:nvCxnSpPr>
        <p:spPr>
          <a:xfrm flipV="1">
            <a:off x="1948553" y="3627120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D80A768-B51B-2F22-D759-6DE3AD2CEDDC}"/>
              </a:ext>
            </a:extLst>
          </p:cNvPr>
          <p:cNvSpPr txBox="1"/>
          <p:nvPr/>
        </p:nvSpPr>
        <p:spPr>
          <a:xfrm>
            <a:off x="1063321" y="32369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3A56FB-DA9F-775B-6AA4-1EDA00C84F87}"/>
              </a:ext>
            </a:extLst>
          </p:cNvPr>
          <p:cNvSpPr txBox="1"/>
          <p:nvPr/>
        </p:nvSpPr>
        <p:spPr>
          <a:xfrm>
            <a:off x="2192697" y="325778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F2853A-95E0-CFCB-1ABA-7F0E7ECC966F}"/>
              </a:ext>
            </a:extLst>
          </p:cNvPr>
          <p:cNvSpPr txBox="1"/>
          <p:nvPr/>
        </p:nvSpPr>
        <p:spPr>
          <a:xfrm>
            <a:off x="1613471" y="397204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1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298F7B-E57E-DB53-152B-D02B25373F2D}"/>
              </a:ext>
            </a:extLst>
          </p:cNvPr>
          <p:cNvCxnSpPr>
            <a:cxnSpLocks/>
          </p:cNvCxnSpPr>
          <p:nvPr/>
        </p:nvCxnSpPr>
        <p:spPr>
          <a:xfrm flipH="1" flipV="1">
            <a:off x="1381037" y="3627120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8B30039-34AD-537E-8E6D-527B1E6EF372}"/>
              </a:ext>
            </a:extLst>
          </p:cNvPr>
          <p:cNvSpPr txBox="1"/>
          <p:nvPr/>
        </p:nvSpPr>
        <p:spPr>
          <a:xfrm>
            <a:off x="2130858" y="37324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A4FC59-54B0-1FB3-594A-7A2CC7D4FB39}"/>
              </a:ext>
            </a:extLst>
          </p:cNvPr>
          <p:cNvSpPr txBox="1"/>
          <p:nvPr/>
        </p:nvSpPr>
        <p:spPr>
          <a:xfrm>
            <a:off x="1124299" y="37551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4F9E2E-0745-15D4-8D78-369707F89BCB}"/>
              </a:ext>
            </a:extLst>
          </p:cNvPr>
          <p:cNvSpPr txBox="1"/>
          <p:nvPr/>
        </p:nvSpPr>
        <p:spPr>
          <a:xfrm>
            <a:off x="1590216" y="258175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470701E-1BCD-120F-A88B-DF14C25B25F9}"/>
              </a:ext>
            </a:extLst>
          </p:cNvPr>
          <p:cNvCxnSpPr>
            <a:cxnSpLocks/>
          </p:cNvCxnSpPr>
          <p:nvPr/>
        </p:nvCxnSpPr>
        <p:spPr>
          <a:xfrm flipH="1">
            <a:off x="1359581" y="2881373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85B9761-CBC5-3B03-8152-1E54CB77E71C}"/>
              </a:ext>
            </a:extLst>
          </p:cNvPr>
          <p:cNvCxnSpPr>
            <a:cxnSpLocks/>
          </p:cNvCxnSpPr>
          <p:nvPr/>
        </p:nvCxnSpPr>
        <p:spPr>
          <a:xfrm>
            <a:off x="1880942" y="2871193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2D83E2F-43DC-78F4-38ED-F058DC55E7A0}"/>
              </a:ext>
            </a:extLst>
          </p:cNvPr>
          <p:cNvCxnSpPr>
            <a:cxnSpLocks/>
          </p:cNvCxnSpPr>
          <p:nvPr/>
        </p:nvCxnSpPr>
        <p:spPr>
          <a:xfrm>
            <a:off x="7061311" y="2918251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BB65F51-5783-838A-94E1-C008615B6988}"/>
              </a:ext>
            </a:extLst>
          </p:cNvPr>
          <p:cNvCxnSpPr>
            <a:cxnSpLocks/>
          </p:cNvCxnSpPr>
          <p:nvPr/>
        </p:nvCxnSpPr>
        <p:spPr>
          <a:xfrm flipV="1">
            <a:off x="7543473" y="3123753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40EF11D-689B-B215-139E-AFB863B34D6B}"/>
              </a:ext>
            </a:extLst>
          </p:cNvPr>
          <p:cNvSpPr txBox="1"/>
          <p:nvPr/>
        </p:nvSpPr>
        <p:spPr>
          <a:xfrm>
            <a:off x="6658241" y="273358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25A7674-2600-D6B6-492D-3B21E5E953F9}"/>
              </a:ext>
            </a:extLst>
          </p:cNvPr>
          <p:cNvSpPr txBox="1"/>
          <p:nvPr/>
        </p:nvSpPr>
        <p:spPr>
          <a:xfrm>
            <a:off x="7787617" y="2754421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B37990-99BD-F233-1BCE-AD9BF2C8C785}"/>
              </a:ext>
            </a:extLst>
          </p:cNvPr>
          <p:cNvSpPr txBox="1"/>
          <p:nvPr/>
        </p:nvSpPr>
        <p:spPr>
          <a:xfrm>
            <a:off x="7208391" y="3468677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1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743B9AD-47AC-6F09-9073-06B239266D3E}"/>
              </a:ext>
            </a:extLst>
          </p:cNvPr>
          <p:cNvCxnSpPr>
            <a:cxnSpLocks/>
          </p:cNvCxnSpPr>
          <p:nvPr/>
        </p:nvCxnSpPr>
        <p:spPr>
          <a:xfrm flipH="1" flipV="1">
            <a:off x="6975957" y="3123753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3B8250D0-1763-70C0-D815-1F8673E685BF}"/>
              </a:ext>
            </a:extLst>
          </p:cNvPr>
          <p:cNvSpPr txBox="1"/>
          <p:nvPr/>
        </p:nvSpPr>
        <p:spPr>
          <a:xfrm>
            <a:off x="7725778" y="32290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BEF1E7A-7A6F-3CE0-D089-B086A1312E50}"/>
              </a:ext>
            </a:extLst>
          </p:cNvPr>
          <p:cNvSpPr txBox="1"/>
          <p:nvPr/>
        </p:nvSpPr>
        <p:spPr>
          <a:xfrm>
            <a:off x="6719219" y="32518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8F2F7B0-5090-D4F8-D8AF-7789065D6FBE}"/>
              </a:ext>
            </a:extLst>
          </p:cNvPr>
          <p:cNvSpPr txBox="1"/>
          <p:nvPr/>
        </p:nvSpPr>
        <p:spPr>
          <a:xfrm>
            <a:off x="9761741" y="275526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4E91C02-AAE8-7895-436C-DFA19FBC7030}"/>
              </a:ext>
            </a:extLst>
          </p:cNvPr>
          <p:cNvCxnSpPr>
            <a:cxnSpLocks/>
          </p:cNvCxnSpPr>
          <p:nvPr/>
        </p:nvCxnSpPr>
        <p:spPr>
          <a:xfrm flipV="1">
            <a:off x="9539053" y="3119728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4E23A7E0-F8F6-5910-BB43-0DBDC8EDD4DB}"/>
              </a:ext>
            </a:extLst>
          </p:cNvPr>
          <p:cNvSpPr txBox="1"/>
          <p:nvPr/>
        </p:nvSpPr>
        <p:spPr>
          <a:xfrm>
            <a:off x="8653821" y="27552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90882A4-6097-8DD1-F1A5-59D8147D204B}"/>
              </a:ext>
            </a:extLst>
          </p:cNvPr>
          <p:cNvSpPr txBox="1"/>
          <p:nvPr/>
        </p:nvSpPr>
        <p:spPr>
          <a:xfrm>
            <a:off x="9203971" y="346465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1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06F40FF-CA03-0A79-6E14-4FB180335451}"/>
              </a:ext>
            </a:extLst>
          </p:cNvPr>
          <p:cNvCxnSpPr>
            <a:cxnSpLocks/>
          </p:cNvCxnSpPr>
          <p:nvPr/>
        </p:nvCxnSpPr>
        <p:spPr>
          <a:xfrm flipH="1" flipV="1">
            <a:off x="8971537" y="3119728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0AD5C3C-0183-3548-D313-1AA47D5EF75A}"/>
              </a:ext>
            </a:extLst>
          </p:cNvPr>
          <p:cNvSpPr txBox="1"/>
          <p:nvPr/>
        </p:nvSpPr>
        <p:spPr>
          <a:xfrm>
            <a:off x="8647151" y="32380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D55C10C-6D0A-D9E3-33B9-249482C2A9A0}"/>
              </a:ext>
            </a:extLst>
          </p:cNvPr>
          <p:cNvSpPr txBox="1"/>
          <p:nvPr/>
        </p:nvSpPr>
        <p:spPr>
          <a:xfrm>
            <a:off x="9761741" y="330082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7E04E7-4531-05D2-2314-2B28450CE71F}"/>
              </a:ext>
            </a:extLst>
          </p:cNvPr>
          <p:cNvSpPr txBox="1"/>
          <p:nvPr/>
        </p:nvSpPr>
        <p:spPr>
          <a:xfrm>
            <a:off x="787550" y="203374"/>
            <a:ext cx="16511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1: Correct case</a:t>
            </a:r>
          </a:p>
        </p:txBody>
      </p:sp>
    </p:spTree>
    <p:extLst>
      <p:ext uri="{BB962C8B-B14F-4D97-AF65-F5344CB8AC3E}">
        <p14:creationId xmlns:p14="http://schemas.microsoft.com/office/powerpoint/2010/main" val="350197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68DF19-A020-0CE3-6735-EA754067E2BF}"/>
              </a:ext>
            </a:extLst>
          </p:cNvPr>
          <p:cNvSpPr txBox="1"/>
          <p:nvPr/>
        </p:nvSpPr>
        <p:spPr>
          <a:xfrm>
            <a:off x="961914" y="24493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679EE-015F-ADC9-7D4D-425D594C5123}"/>
              </a:ext>
            </a:extLst>
          </p:cNvPr>
          <p:cNvSpPr txBox="1"/>
          <p:nvPr/>
        </p:nvSpPr>
        <p:spPr>
          <a:xfrm>
            <a:off x="2704473" y="247084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1958E-5C9B-C011-7D55-8CFEFF46B177}"/>
              </a:ext>
            </a:extLst>
          </p:cNvPr>
          <p:cNvSpPr txBox="1"/>
          <p:nvPr/>
        </p:nvSpPr>
        <p:spPr>
          <a:xfrm>
            <a:off x="1819949" y="285048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FB2609-E144-6BB2-CC34-45698D3892ED}"/>
              </a:ext>
            </a:extLst>
          </p:cNvPr>
          <p:cNvCxnSpPr>
            <a:cxnSpLocks/>
            <a:stCxn id="47" idx="1"/>
            <a:endCxn id="6" idx="0"/>
          </p:cNvCxnSpPr>
          <p:nvPr/>
        </p:nvCxnSpPr>
        <p:spPr>
          <a:xfrm flipH="1">
            <a:off x="1120772" y="2286182"/>
            <a:ext cx="711240" cy="1631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E6E1FB-88A6-92CC-6061-98D6CD5B6CAE}"/>
              </a:ext>
            </a:extLst>
          </p:cNvPr>
          <p:cNvSpPr txBox="1"/>
          <p:nvPr/>
        </p:nvSpPr>
        <p:spPr>
          <a:xfrm>
            <a:off x="3649914" y="234687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574EC7-3C44-A182-A49A-F013DD6A5980}"/>
              </a:ext>
            </a:extLst>
          </p:cNvPr>
          <p:cNvSpPr txBox="1"/>
          <p:nvPr/>
        </p:nvSpPr>
        <p:spPr>
          <a:xfrm>
            <a:off x="1832012" y="21015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8549B7-0947-9177-59AF-D73368DBB2E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267568" y="2640330"/>
            <a:ext cx="1436905" cy="151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A9E53D6-3727-3067-BB1F-C3417D9A9A24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114462" y="2286182"/>
            <a:ext cx="629072" cy="239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9609086-984F-8C43-5A46-8348501099B2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152091" y="2789785"/>
            <a:ext cx="582285" cy="2453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D861DF2-8B06-7451-1618-D878DB97487E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199390" y="2820507"/>
            <a:ext cx="620559" cy="214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D5E2A4-E605-3BBC-56DF-B664D4F34073}"/>
              </a:ext>
            </a:extLst>
          </p:cNvPr>
          <p:cNvCxnSpPr>
            <a:cxnSpLocks/>
            <a:stCxn id="47" idx="3"/>
            <a:endCxn id="14" idx="1"/>
          </p:cNvCxnSpPr>
          <p:nvPr/>
        </p:nvCxnSpPr>
        <p:spPr>
          <a:xfrm>
            <a:off x="2114462" y="2286182"/>
            <a:ext cx="1535452" cy="2453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649D1F0-DB0B-B348-FA8C-226A2868E229}"/>
              </a:ext>
            </a:extLst>
          </p:cNvPr>
          <p:cNvCxnSpPr>
            <a:cxnSpLocks/>
            <a:stCxn id="8" idx="3"/>
            <a:endCxn id="14" idx="2"/>
          </p:cNvCxnSpPr>
          <p:nvPr/>
        </p:nvCxnSpPr>
        <p:spPr>
          <a:xfrm flipV="1">
            <a:off x="2152091" y="2716209"/>
            <a:ext cx="1664696" cy="318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89A26E4-1C16-7E78-0BB3-3C597106BA1F}"/>
              </a:ext>
            </a:extLst>
          </p:cNvPr>
          <p:cNvSpPr txBox="1"/>
          <p:nvPr/>
        </p:nvSpPr>
        <p:spPr>
          <a:xfrm>
            <a:off x="745125" y="3369229"/>
            <a:ext cx="3918696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Relationships between exposure A, outcome Y, observed confounder(s) L, unobserved confounders U, and negative control outcome N</a:t>
            </a:r>
          </a:p>
        </p:txBody>
      </p:sp>
    </p:spTree>
    <p:extLst>
      <p:ext uri="{BB962C8B-B14F-4D97-AF65-F5344CB8AC3E}">
        <p14:creationId xmlns:p14="http://schemas.microsoft.com/office/powerpoint/2010/main" val="354651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196998-4828-65D2-03E0-2F23A8695467}"/>
              </a:ext>
            </a:extLst>
          </p:cNvPr>
          <p:cNvSpPr txBox="1"/>
          <p:nvPr/>
        </p:nvSpPr>
        <p:spPr>
          <a:xfrm>
            <a:off x="8761818" y="109233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D1044-9292-F4EE-37C1-8790A9F1E8EB}"/>
              </a:ext>
            </a:extLst>
          </p:cNvPr>
          <p:cNvSpPr txBox="1"/>
          <p:nvPr/>
        </p:nvSpPr>
        <p:spPr>
          <a:xfrm>
            <a:off x="7653898" y="109233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2AB89-2AC9-9589-646A-9DE08873C7B3}"/>
              </a:ext>
            </a:extLst>
          </p:cNvPr>
          <p:cNvSpPr txBox="1"/>
          <p:nvPr/>
        </p:nvSpPr>
        <p:spPr>
          <a:xfrm>
            <a:off x="8156844" y="41630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92B377-96FD-E6F0-A11A-886791C8D669}"/>
              </a:ext>
            </a:extLst>
          </p:cNvPr>
          <p:cNvCxnSpPr>
            <a:cxnSpLocks/>
          </p:cNvCxnSpPr>
          <p:nvPr/>
        </p:nvCxnSpPr>
        <p:spPr>
          <a:xfrm flipH="1">
            <a:off x="7926209" y="715924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5BA21C-A4C0-FB13-641F-77C2C68497F0}"/>
              </a:ext>
            </a:extLst>
          </p:cNvPr>
          <p:cNvCxnSpPr>
            <a:cxnSpLocks/>
          </p:cNvCxnSpPr>
          <p:nvPr/>
        </p:nvCxnSpPr>
        <p:spPr>
          <a:xfrm>
            <a:off x="8447570" y="705744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79428D-32DE-81CF-8AFF-0ED30B4D4AA0}"/>
              </a:ext>
            </a:extLst>
          </p:cNvPr>
          <p:cNvCxnSpPr>
            <a:cxnSpLocks/>
          </p:cNvCxnSpPr>
          <p:nvPr/>
        </p:nvCxnSpPr>
        <p:spPr>
          <a:xfrm>
            <a:off x="6289851" y="1284208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A36653-2607-154A-47BC-EEE504770EA8}"/>
              </a:ext>
            </a:extLst>
          </p:cNvPr>
          <p:cNvCxnSpPr>
            <a:cxnSpLocks/>
          </p:cNvCxnSpPr>
          <p:nvPr/>
        </p:nvCxnSpPr>
        <p:spPr>
          <a:xfrm flipV="1">
            <a:off x="6772013" y="1489710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E437BD-C496-19D6-9FD2-C35583A59A2C}"/>
              </a:ext>
            </a:extLst>
          </p:cNvPr>
          <p:cNvSpPr txBox="1"/>
          <p:nvPr/>
        </p:nvSpPr>
        <p:spPr>
          <a:xfrm>
            <a:off x="5886781" y="10995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366A2-A8CC-F6AF-4448-32905F28CE40}"/>
              </a:ext>
            </a:extLst>
          </p:cNvPr>
          <p:cNvSpPr txBox="1"/>
          <p:nvPr/>
        </p:nvSpPr>
        <p:spPr>
          <a:xfrm>
            <a:off x="7016157" y="112037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23E1D-6B08-EC2E-3F0B-AAE1BB541413}"/>
              </a:ext>
            </a:extLst>
          </p:cNvPr>
          <p:cNvSpPr txBox="1"/>
          <p:nvPr/>
        </p:nvSpPr>
        <p:spPr>
          <a:xfrm>
            <a:off x="6436931" y="183463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2E6A2D-DE77-EF1D-9B40-128E712FD520}"/>
              </a:ext>
            </a:extLst>
          </p:cNvPr>
          <p:cNvCxnSpPr>
            <a:cxnSpLocks/>
          </p:cNvCxnSpPr>
          <p:nvPr/>
        </p:nvCxnSpPr>
        <p:spPr>
          <a:xfrm flipH="1" flipV="1">
            <a:off x="6204497" y="1489710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35B2A1-40C1-C532-9D8F-F2A20C200B17}"/>
              </a:ext>
            </a:extLst>
          </p:cNvPr>
          <p:cNvSpPr txBox="1"/>
          <p:nvPr/>
        </p:nvSpPr>
        <p:spPr>
          <a:xfrm>
            <a:off x="6954318" y="15950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9F7369-3945-F5C9-42CE-AB5A3A85597F}"/>
              </a:ext>
            </a:extLst>
          </p:cNvPr>
          <p:cNvSpPr txBox="1"/>
          <p:nvPr/>
        </p:nvSpPr>
        <p:spPr>
          <a:xfrm>
            <a:off x="5947759" y="16177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1C9051-E0F8-96F9-90BE-AC6A21A88D9D}"/>
              </a:ext>
            </a:extLst>
          </p:cNvPr>
          <p:cNvSpPr txBox="1"/>
          <p:nvPr/>
        </p:nvSpPr>
        <p:spPr>
          <a:xfrm>
            <a:off x="6413676" y="44434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0A9C11-0B24-A59A-FA8E-9B3EB8E2709D}"/>
              </a:ext>
            </a:extLst>
          </p:cNvPr>
          <p:cNvCxnSpPr>
            <a:cxnSpLocks/>
          </p:cNvCxnSpPr>
          <p:nvPr/>
        </p:nvCxnSpPr>
        <p:spPr>
          <a:xfrm flipH="1">
            <a:off x="6183041" y="743963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4B0B45-3F22-EAB2-BCBD-63C8EE603CE2}"/>
              </a:ext>
            </a:extLst>
          </p:cNvPr>
          <p:cNvCxnSpPr>
            <a:cxnSpLocks/>
          </p:cNvCxnSpPr>
          <p:nvPr/>
        </p:nvCxnSpPr>
        <p:spPr>
          <a:xfrm>
            <a:off x="6704402" y="733783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E63974-C9F9-CDE2-6C20-A9E1AC38E68A}"/>
              </a:ext>
            </a:extLst>
          </p:cNvPr>
          <p:cNvCxnSpPr>
            <a:cxnSpLocks/>
          </p:cNvCxnSpPr>
          <p:nvPr/>
        </p:nvCxnSpPr>
        <p:spPr>
          <a:xfrm>
            <a:off x="1352922" y="134874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8B6A40-744B-5D13-6946-4557460BF654}"/>
              </a:ext>
            </a:extLst>
          </p:cNvPr>
          <p:cNvCxnSpPr>
            <a:cxnSpLocks/>
          </p:cNvCxnSpPr>
          <p:nvPr/>
        </p:nvCxnSpPr>
        <p:spPr>
          <a:xfrm flipV="1">
            <a:off x="1835084" y="1554242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4D58A59-99FC-40CE-7EA6-9B700BEFC97D}"/>
              </a:ext>
            </a:extLst>
          </p:cNvPr>
          <p:cNvSpPr txBox="1"/>
          <p:nvPr/>
        </p:nvSpPr>
        <p:spPr>
          <a:xfrm>
            <a:off x="949852" y="11640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F7FBD-079A-D9AD-24AF-D1F5F97F27C0}"/>
              </a:ext>
            </a:extLst>
          </p:cNvPr>
          <p:cNvSpPr txBox="1"/>
          <p:nvPr/>
        </p:nvSpPr>
        <p:spPr>
          <a:xfrm>
            <a:off x="2079228" y="118491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47888-5F5B-942F-F826-310C4491AF45}"/>
              </a:ext>
            </a:extLst>
          </p:cNvPr>
          <p:cNvSpPr txBox="1"/>
          <p:nvPr/>
        </p:nvSpPr>
        <p:spPr>
          <a:xfrm>
            <a:off x="3860312" y="120096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5B068C-F2DD-9E12-05CD-D24092AB8233}"/>
              </a:ext>
            </a:extLst>
          </p:cNvPr>
          <p:cNvSpPr txBox="1"/>
          <p:nvPr/>
        </p:nvSpPr>
        <p:spPr>
          <a:xfrm>
            <a:off x="1500002" y="18991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6FB990-CA29-3D4A-0509-5A37A238AB9D}"/>
              </a:ext>
            </a:extLst>
          </p:cNvPr>
          <p:cNvCxnSpPr>
            <a:cxnSpLocks/>
          </p:cNvCxnSpPr>
          <p:nvPr/>
        </p:nvCxnSpPr>
        <p:spPr>
          <a:xfrm flipH="1" flipV="1">
            <a:off x="1267568" y="1554242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877199-9E18-D0AA-9234-2A2E1BC962C4}"/>
              </a:ext>
            </a:extLst>
          </p:cNvPr>
          <p:cNvCxnSpPr>
            <a:cxnSpLocks/>
          </p:cNvCxnSpPr>
          <p:nvPr/>
        </p:nvCxnSpPr>
        <p:spPr>
          <a:xfrm flipV="1">
            <a:off x="3637624" y="1565434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6347A3B-12F7-48E0-FD63-2C42234D0D26}"/>
              </a:ext>
            </a:extLst>
          </p:cNvPr>
          <p:cNvSpPr txBox="1"/>
          <p:nvPr/>
        </p:nvSpPr>
        <p:spPr>
          <a:xfrm>
            <a:off x="2752392" y="1200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5EEE97-A68B-B7CA-ACCA-F888B41043A3}"/>
              </a:ext>
            </a:extLst>
          </p:cNvPr>
          <p:cNvSpPr txBox="1"/>
          <p:nvPr/>
        </p:nvSpPr>
        <p:spPr>
          <a:xfrm>
            <a:off x="3302542" y="191035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101407-96D4-852A-CBAB-6D73D68BF9B8}"/>
              </a:ext>
            </a:extLst>
          </p:cNvPr>
          <p:cNvCxnSpPr>
            <a:cxnSpLocks/>
          </p:cNvCxnSpPr>
          <p:nvPr/>
        </p:nvCxnSpPr>
        <p:spPr>
          <a:xfrm flipH="1" flipV="1">
            <a:off x="3070108" y="1565434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FF33DC2-40FA-524A-2F8C-F2114E6BCFA7}"/>
              </a:ext>
            </a:extLst>
          </p:cNvPr>
          <p:cNvSpPr txBox="1"/>
          <p:nvPr/>
        </p:nvSpPr>
        <p:spPr>
          <a:xfrm>
            <a:off x="2745722" y="16837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315CE2-D837-D07C-3B1F-A80B730B68FA}"/>
              </a:ext>
            </a:extLst>
          </p:cNvPr>
          <p:cNvSpPr txBox="1"/>
          <p:nvPr/>
        </p:nvSpPr>
        <p:spPr>
          <a:xfrm>
            <a:off x="3860312" y="17465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534765-DF57-9551-928C-A91ED208C208}"/>
              </a:ext>
            </a:extLst>
          </p:cNvPr>
          <p:cNvSpPr txBox="1"/>
          <p:nvPr/>
        </p:nvSpPr>
        <p:spPr>
          <a:xfrm>
            <a:off x="2017389" y="1659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B90544-D7AF-1581-F902-8F328FDD658F}"/>
              </a:ext>
            </a:extLst>
          </p:cNvPr>
          <p:cNvSpPr txBox="1"/>
          <p:nvPr/>
        </p:nvSpPr>
        <p:spPr>
          <a:xfrm>
            <a:off x="1010830" y="16822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E2105-410F-4015-D891-165CC62B6557}"/>
              </a:ext>
            </a:extLst>
          </p:cNvPr>
          <p:cNvSpPr txBox="1"/>
          <p:nvPr/>
        </p:nvSpPr>
        <p:spPr>
          <a:xfrm>
            <a:off x="1476747" y="50887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3A84D2-3914-F46C-08EC-0C5C91E6AD48}"/>
              </a:ext>
            </a:extLst>
          </p:cNvPr>
          <p:cNvCxnSpPr>
            <a:cxnSpLocks/>
          </p:cNvCxnSpPr>
          <p:nvPr/>
        </p:nvCxnSpPr>
        <p:spPr>
          <a:xfrm flipH="1">
            <a:off x="1246112" y="808495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7783E01-2D42-E1B5-B4B4-07E89F4776A9}"/>
              </a:ext>
            </a:extLst>
          </p:cNvPr>
          <p:cNvCxnSpPr>
            <a:cxnSpLocks/>
          </p:cNvCxnSpPr>
          <p:nvPr/>
        </p:nvCxnSpPr>
        <p:spPr>
          <a:xfrm>
            <a:off x="1767473" y="798315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1EE3339-98D8-D422-873B-FBEF895E5C70}"/>
              </a:ext>
            </a:extLst>
          </p:cNvPr>
          <p:cNvSpPr txBox="1"/>
          <p:nvPr/>
        </p:nvSpPr>
        <p:spPr>
          <a:xfrm>
            <a:off x="3255338" y="52493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37D001-B26D-D1F1-D58D-2E44E1842569}"/>
              </a:ext>
            </a:extLst>
          </p:cNvPr>
          <p:cNvCxnSpPr>
            <a:cxnSpLocks/>
          </p:cNvCxnSpPr>
          <p:nvPr/>
        </p:nvCxnSpPr>
        <p:spPr>
          <a:xfrm flipH="1">
            <a:off x="3024703" y="824554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4137E8-D708-4AED-7546-49857B6A8949}"/>
              </a:ext>
            </a:extLst>
          </p:cNvPr>
          <p:cNvCxnSpPr>
            <a:cxnSpLocks/>
          </p:cNvCxnSpPr>
          <p:nvPr/>
        </p:nvCxnSpPr>
        <p:spPr>
          <a:xfrm>
            <a:off x="3546064" y="814374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BBB4D9-E79F-844F-64EC-AD525E755D56}"/>
              </a:ext>
            </a:extLst>
          </p:cNvPr>
          <p:cNvSpPr txBox="1"/>
          <p:nvPr/>
        </p:nvSpPr>
        <p:spPr>
          <a:xfrm>
            <a:off x="5798859" y="247264"/>
            <a:ext cx="18197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2: Missing confounder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D0BFBF-D598-16D4-CCA9-A837A67324C0}"/>
              </a:ext>
            </a:extLst>
          </p:cNvPr>
          <p:cNvSpPr txBox="1"/>
          <p:nvPr/>
        </p:nvSpPr>
        <p:spPr>
          <a:xfrm>
            <a:off x="8022797" y="178873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U</a:t>
            </a:r>
            <a:endParaRPr lang="en-US" baseline="-25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DC6DB0-B06D-921B-E128-7F473C14B070}"/>
              </a:ext>
            </a:extLst>
          </p:cNvPr>
          <p:cNvSpPr txBox="1"/>
          <p:nvPr/>
        </p:nvSpPr>
        <p:spPr>
          <a:xfrm>
            <a:off x="787550" y="203374"/>
            <a:ext cx="16511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1: Correct case</a:t>
            </a:r>
          </a:p>
        </p:txBody>
      </p:sp>
    </p:spTree>
    <p:extLst>
      <p:ext uri="{BB962C8B-B14F-4D97-AF65-F5344CB8AC3E}">
        <p14:creationId xmlns:p14="http://schemas.microsoft.com/office/powerpoint/2010/main" val="527590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C3816F-CE2E-2189-DD3F-30D530E554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506524"/>
              </p:ext>
            </p:extLst>
          </p:nvPr>
        </p:nvGraphicFramePr>
        <p:xfrm>
          <a:off x="826770" y="410885"/>
          <a:ext cx="10538460" cy="373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820">
                  <a:extLst>
                    <a:ext uri="{9D8B030D-6E8A-4147-A177-3AD203B41FA5}">
                      <a16:colId xmlns:a16="http://schemas.microsoft.com/office/drawing/2014/main" val="3246422220"/>
                    </a:ext>
                  </a:extLst>
                </a:gridCol>
                <a:gridCol w="3512820">
                  <a:extLst>
                    <a:ext uri="{9D8B030D-6E8A-4147-A177-3AD203B41FA5}">
                      <a16:colId xmlns:a16="http://schemas.microsoft.com/office/drawing/2014/main" val="2069398382"/>
                    </a:ext>
                  </a:extLst>
                </a:gridCol>
                <a:gridCol w="3512820">
                  <a:extLst>
                    <a:ext uri="{9D8B030D-6E8A-4147-A177-3AD203B41FA5}">
                      <a16:colId xmlns:a16="http://schemas.microsoft.com/office/drawing/2014/main" val="4272982499"/>
                    </a:ext>
                  </a:extLst>
                </a:gridCol>
              </a:tblGrid>
              <a:tr h="18688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883847"/>
                  </a:ext>
                </a:extLst>
              </a:tr>
              <a:tr h="18688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093969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3E204-9611-4DC3-21AA-C78312444B18}"/>
              </a:ext>
            </a:extLst>
          </p:cNvPr>
          <p:cNvCxnSpPr>
            <a:cxnSpLocks/>
          </p:cNvCxnSpPr>
          <p:nvPr/>
        </p:nvCxnSpPr>
        <p:spPr>
          <a:xfrm>
            <a:off x="1352922" y="134874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DA8B00-EFB3-0FF9-E0BF-F006A38178F8}"/>
              </a:ext>
            </a:extLst>
          </p:cNvPr>
          <p:cNvCxnSpPr>
            <a:cxnSpLocks/>
          </p:cNvCxnSpPr>
          <p:nvPr/>
        </p:nvCxnSpPr>
        <p:spPr>
          <a:xfrm flipV="1">
            <a:off x="1835084" y="1554242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6739F6-E6E6-568C-37D2-7688432F37BF}"/>
              </a:ext>
            </a:extLst>
          </p:cNvPr>
          <p:cNvSpPr txBox="1"/>
          <p:nvPr/>
        </p:nvSpPr>
        <p:spPr>
          <a:xfrm>
            <a:off x="949852" y="11640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90F72-98F4-112E-7485-1E63BACE0F45}"/>
              </a:ext>
            </a:extLst>
          </p:cNvPr>
          <p:cNvSpPr txBox="1"/>
          <p:nvPr/>
        </p:nvSpPr>
        <p:spPr>
          <a:xfrm>
            <a:off x="2079228" y="118491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E9D80-3994-3CE6-B416-49DF6DD29E27}"/>
              </a:ext>
            </a:extLst>
          </p:cNvPr>
          <p:cNvSpPr txBox="1"/>
          <p:nvPr/>
        </p:nvSpPr>
        <p:spPr>
          <a:xfrm>
            <a:off x="3860312" y="120096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7C41FD-F0EA-FE0B-AC4E-3461C2B820F1}"/>
              </a:ext>
            </a:extLst>
          </p:cNvPr>
          <p:cNvSpPr txBox="1"/>
          <p:nvPr/>
        </p:nvSpPr>
        <p:spPr>
          <a:xfrm>
            <a:off x="1500002" y="18991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144AD3-BC9F-41B8-DC33-AD19CE700681}"/>
              </a:ext>
            </a:extLst>
          </p:cNvPr>
          <p:cNvCxnSpPr>
            <a:cxnSpLocks/>
          </p:cNvCxnSpPr>
          <p:nvPr/>
        </p:nvCxnSpPr>
        <p:spPr>
          <a:xfrm flipH="1" flipV="1">
            <a:off x="1267568" y="1554242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344DF2-259F-B141-8C47-E69FE3A43CE6}"/>
              </a:ext>
            </a:extLst>
          </p:cNvPr>
          <p:cNvCxnSpPr>
            <a:cxnSpLocks/>
          </p:cNvCxnSpPr>
          <p:nvPr/>
        </p:nvCxnSpPr>
        <p:spPr>
          <a:xfrm flipV="1">
            <a:off x="3637624" y="1565434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544F19-B9D0-3268-3F8D-4DFAE094DED1}"/>
              </a:ext>
            </a:extLst>
          </p:cNvPr>
          <p:cNvSpPr txBox="1"/>
          <p:nvPr/>
        </p:nvSpPr>
        <p:spPr>
          <a:xfrm>
            <a:off x="2752392" y="1200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8CBE4-C097-D2C2-7A47-384F4754333A}"/>
              </a:ext>
            </a:extLst>
          </p:cNvPr>
          <p:cNvSpPr txBox="1"/>
          <p:nvPr/>
        </p:nvSpPr>
        <p:spPr>
          <a:xfrm>
            <a:off x="3302542" y="191035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1508A-C45B-E16F-E769-E12D7EED7F29}"/>
              </a:ext>
            </a:extLst>
          </p:cNvPr>
          <p:cNvCxnSpPr>
            <a:cxnSpLocks/>
          </p:cNvCxnSpPr>
          <p:nvPr/>
        </p:nvCxnSpPr>
        <p:spPr>
          <a:xfrm flipH="1" flipV="1">
            <a:off x="3070108" y="1565434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F63DF5-E437-D299-4701-D7887D13A2D2}"/>
              </a:ext>
            </a:extLst>
          </p:cNvPr>
          <p:cNvSpPr txBox="1"/>
          <p:nvPr/>
        </p:nvSpPr>
        <p:spPr>
          <a:xfrm>
            <a:off x="2745722" y="16837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5776E-EDFC-86A4-4F11-5F0551B6F2C3}"/>
              </a:ext>
            </a:extLst>
          </p:cNvPr>
          <p:cNvSpPr txBox="1"/>
          <p:nvPr/>
        </p:nvSpPr>
        <p:spPr>
          <a:xfrm>
            <a:off x="3860312" y="17465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01338-02F5-B4BB-0564-979A4276C9CE}"/>
              </a:ext>
            </a:extLst>
          </p:cNvPr>
          <p:cNvSpPr txBox="1"/>
          <p:nvPr/>
        </p:nvSpPr>
        <p:spPr>
          <a:xfrm>
            <a:off x="2017389" y="1659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24B0A6-5724-9E75-E533-C46FD15436D2}"/>
              </a:ext>
            </a:extLst>
          </p:cNvPr>
          <p:cNvSpPr txBox="1"/>
          <p:nvPr/>
        </p:nvSpPr>
        <p:spPr>
          <a:xfrm>
            <a:off x="1010830" y="16822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E3FCEE-347E-B220-AEBC-702D7676F9E2}"/>
              </a:ext>
            </a:extLst>
          </p:cNvPr>
          <p:cNvSpPr txBox="1"/>
          <p:nvPr/>
        </p:nvSpPr>
        <p:spPr>
          <a:xfrm>
            <a:off x="1476747" y="50887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C7EDD-217B-F484-2830-21C7E62845B0}"/>
              </a:ext>
            </a:extLst>
          </p:cNvPr>
          <p:cNvCxnSpPr>
            <a:cxnSpLocks/>
          </p:cNvCxnSpPr>
          <p:nvPr/>
        </p:nvCxnSpPr>
        <p:spPr>
          <a:xfrm flipH="1">
            <a:off x="1246112" y="808495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FFC72C-F120-B362-DEB5-5985B5E344E3}"/>
              </a:ext>
            </a:extLst>
          </p:cNvPr>
          <p:cNvCxnSpPr>
            <a:cxnSpLocks/>
          </p:cNvCxnSpPr>
          <p:nvPr/>
        </p:nvCxnSpPr>
        <p:spPr>
          <a:xfrm>
            <a:off x="1767473" y="798315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3775A9-588A-A983-50DE-FEBCD95EA5DE}"/>
              </a:ext>
            </a:extLst>
          </p:cNvPr>
          <p:cNvSpPr txBox="1"/>
          <p:nvPr/>
        </p:nvSpPr>
        <p:spPr>
          <a:xfrm>
            <a:off x="3255338" y="52493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C05109-A11B-F184-DB67-83280A05E6FE}"/>
              </a:ext>
            </a:extLst>
          </p:cNvPr>
          <p:cNvCxnSpPr>
            <a:cxnSpLocks/>
          </p:cNvCxnSpPr>
          <p:nvPr/>
        </p:nvCxnSpPr>
        <p:spPr>
          <a:xfrm flipH="1">
            <a:off x="3024703" y="824554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C1669D-D369-14EB-0B41-5B6420BCA0BD}"/>
              </a:ext>
            </a:extLst>
          </p:cNvPr>
          <p:cNvCxnSpPr>
            <a:cxnSpLocks/>
          </p:cNvCxnSpPr>
          <p:nvPr/>
        </p:nvCxnSpPr>
        <p:spPr>
          <a:xfrm>
            <a:off x="3546064" y="814374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2CE9DD-8AB6-44D6-1978-F21BAB928C63}"/>
              </a:ext>
            </a:extLst>
          </p:cNvPr>
          <p:cNvSpPr txBox="1"/>
          <p:nvPr/>
        </p:nvSpPr>
        <p:spPr>
          <a:xfrm>
            <a:off x="7430037" y="116554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9C16B-D74E-6620-7502-3F1295AD34DB}"/>
              </a:ext>
            </a:extLst>
          </p:cNvPr>
          <p:cNvSpPr txBox="1"/>
          <p:nvPr/>
        </p:nvSpPr>
        <p:spPr>
          <a:xfrm>
            <a:off x="6322117" y="116554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735976-2480-E3B8-E735-42D5E3B4E55E}"/>
              </a:ext>
            </a:extLst>
          </p:cNvPr>
          <p:cNvSpPr txBox="1"/>
          <p:nvPr/>
        </p:nvSpPr>
        <p:spPr>
          <a:xfrm>
            <a:off x="6825063" y="48951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AE4EB4-BBDB-9066-9769-9DCB15E361C4}"/>
              </a:ext>
            </a:extLst>
          </p:cNvPr>
          <p:cNvCxnSpPr>
            <a:cxnSpLocks/>
          </p:cNvCxnSpPr>
          <p:nvPr/>
        </p:nvCxnSpPr>
        <p:spPr>
          <a:xfrm flipH="1">
            <a:off x="6594428" y="789133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01C570A-E1F5-18AE-C6B9-093CEE452ECA}"/>
              </a:ext>
            </a:extLst>
          </p:cNvPr>
          <p:cNvCxnSpPr>
            <a:cxnSpLocks/>
          </p:cNvCxnSpPr>
          <p:nvPr/>
        </p:nvCxnSpPr>
        <p:spPr>
          <a:xfrm>
            <a:off x="7115789" y="778953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1E52E4-82BF-C316-3E8F-B1A723AD8E80}"/>
              </a:ext>
            </a:extLst>
          </p:cNvPr>
          <p:cNvCxnSpPr>
            <a:cxnSpLocks/>
          </p:cNvCxnSpPr>
          <p:nvPr/>
        </p:nvCxnSpPr>
        <p:spPr>
          <a:xfrm>
            <a:off x="4958070" y="1357417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E5D96A-3D58-DA6C-FD8C-71E82FB876C7}"/>
              </a:ext>
            </a:extLst>
          </p:cNvPr>
          <p:cNvCxnSpPr>
            <a:cxnSpLocks/>
          </p:cNvCxnSpPr>
          <p:nvPr/>
        </p:nvCxnSpPr>
        <p:spPr>
          <a:xfrm flipV="1">
            <a:off x="5440232" y="1562919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E3EBD23-4881-388A-774D-0DE777FD3763}"/>
              </a:ext>
            </a:extLst>
          </p:cNvPr>
          <p:cNvSpPr txBox="1"/>
          <p:nvPr/>
        </p:nvSpPr>
        <p:spPr>
          <a:xfrm>
            <a:off x="4555000" y="11727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823FE0-57D7-2E21-9952-AE9358945AF4}"/>
              </a:ext>
            </a:extLst>
          </p:cNvPr>
          <p:cNvSpPr txBox="1"/>
          <p:nvPr/>
        </p:nvSpPr>
        <p:spPr>
          <a:xfrm>
            <a:off x="5684376" y="119358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DF46D1-7654-61B3-853F-E820855F5FB7}"/>
              </a:ext>
            </a:extLst>
          </p:cNvPr>
          <p:cNvSpPr txBox="1"/>
          <p:nvPr/>
        </p:nvSpPr>
        <p:spPr>
          <a:xfrm>
            <a:off x="5105150" y="190784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E29E7D-45B7-BE5C-78F6-CFA18E8C8A54}"/>
              </a:ext>
            </a:extLst>
          </p:cNvPr>
          <p:cNvCxnSpPr>
            <a:cxnSpLocks/>
          </p:cNvCxnSpPr>
          <p:nvPr/>
        </p:nvCxnSpPr>
        <p:spPr>
          <a:xfrm flipH="1" flipV="1">
            <a:off x="4872716" y="1562919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64A6DC-C0EB-34CC-1B29-DF618AD27657}"/>
              </a:ext>
            </a:extLst>
          </p:cNvPr>
          <p:cNvSpPr txBox="1"/>
          <p:nvPr/>
        </p:nvSpPr>
        <p:spPr>
          <a:xfrm>
            <a:off x="5081895" y="517551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239C8D-A56D-E23D-659A-52C81A547A50}"/>
              </a:ext>
            </a:extLst>
          </p:cNvPr>
          <p:cNvCxnSpPr>
            <a:cxnSpLocks/>
          </p:cNvCxnSpPr>
          <p:nvPr/>
        </p:nvCxnSpPr>
        <p:spPr>
          <a:xfrm flipH="1">
            <a:off x="4851260" y="817172"/>
            <a:ext cx="204409" cy="355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34E90C-6F74-594E-0DC9-A2655D15AF3D}"/>
              </a:ext>
            </a:extLst>
          </p:cNvPr>
          <p:cNvCxnSpPr>
            <a:cxnSpLocks/>
          </p:cNvCxnSpPr>
          <p:nvPr/>
        </p:nvCxnSpPr>
        <p:spPr>
          <a:xfrm>
            <a:off x="5372621" y="806992"/>
            <a:ext cx="311755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955CA5-F890-F23F-AB57-5860B6C381CB}"/>
              </a:ext>
            </a:extLst>
          </p:cNvPr>
          <p:cNvCxnSpPr>
            <a:cxnSpLocks/>
          </p:cNvCxnSpPr>
          <p:nvPr/>
        </p:nvCxnSpPr>
        <p:spPr>
          <a:xfrm>
            <a:off x="8214235" y="95857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E2B0C3-46C4-A20E-17B5-95E6B333F963}"/>
              </a:ext>
            </a:extLst>
          </p:cNvPr>
          <p:cNvCxnSpPr>
            <a:cxnSpLocks/>
          </p:cNvCxnSpPr>
          <p:nvPr/>
        </p:nvCxnSpPr>
        <p:spPr>
          <a:xfrm flipV="1">
            <a:off x="8696397" y="1164075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F1008FB-4B6B-BC08-506D-310543FCD149}"/>
              </a:ext>
            </a:extLst>
          </p:cNvPr>
          <p:cNvSpPr txBox="1"/>
          <p:nvPr/>
        </p:nvSpPr>
        <p:spPr>
          <a:xfrm>
            <a:off x="7811165" y="7739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868B15-2757-2F0C-FEBF-DD685AF58D79}"/>
              </a:ext>
            </a:extLst>
          </p:cNvPr>
          <p:cNvSpPr txBox="1"/>
          <p:nvPr/>
        </p:nvSpPr>
        <p:spPr>
          <a:xfrm>
            <a:off x="8940541" y="79474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2E396F-A975-96BB-A5A4-B25A2915942A}"/>
              </a:ext>
            </a:extLst>
          </p:cNvPr>
          <p:cNvSpPr txBox="1"/>
          <p:nvPr/>
        </p:nvSpPr>
        <p:spPr>
          <a:xfrm>
            <a:off x="8361315" y="150899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6EB8C70-916E-455A-C658-B5DE88362A7F}"/>
              </a:ext>
            </a:extLst>
          </p:cNvPr>
          <p:cNvCxnSpPr>
            <a:cxnSpLocks/>
          </p:cNvCxnSpPr>
          <p:nvPr/>
        </p:nvCxnSpPr>
        <p:spPr>
          <a:xfrm flipH="1" flipV="1">
            <a:off x="8128881" y="1164075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98D819A-ACC4-CE53-A991-A85590C79E87}"/>
              </a:ext>
            </a:extLst>
          </p:cNvPr>
          <p:cNvSpPr txBox="1"/>
          <p:nvPr/>
        </p:nvSpPr>
        <p:spPr>
          <a:xfrm>
            <a:off x="8878702" y="12693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D86386-66A9-C72D-FB1D-68E97E4B53A3}"/>
              </a:ext>
            </a:extLst>
          </p:cNvPr>
          <p:cNvSpPr txBox="1"/>
          <p:nvPr/>
        </p:nvSpPr>
        <p:spPr>
          <a:xfrm>
            <a:off x="7872143" y="12921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5484FD-FD5D-D86D-BCD0-F437F4CD9F7C}"/>
              </a:ext>
            </a:extLst>
          </p:cNvPr>
          <p:cNvSpPr txBox="1"/>
          <p:nvPr/>
        </p:nvSpPr>
        <p:spPr>
          <a:xfrm>
            <a:off x="10510501" y="79111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5EC9058-7A88-43EB-E7FD-E9D51237DB06}"/>
              </a:ext>
            </a:extLst>
          </p:cNvPr>
          <p:cNvCxnSpPr>
            <a:cxnSpLocks/>
          </p:cNvCxnSpPr>
          <p:nvPr/>
        </p:nvCxnSpPr>
        <p:spPr>
          <a:xfrm flipV="1">
            <a:off x="10287813" y="1181279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1698940-419D-CD1E-CEE5-20F495856D75}"/>
              </a:ext>
            </a:extLst>
          </p:cNvPr>
          <p:cNvSpPr txBox="1"/>
          <p:nvPr/>
        </p:nvSpPr>
        <p:spPr>
          <a:xfrm>
            <a:off x="9402581" y="79111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B6F1CF-F72E-5F7A-73B8-ABF93ED5671B}"/>
              </a:ext>
            </a:extLst>
          </p:cNvPr>
          <p:cNvSpPr txBox="1"/>
          <p:nvPr/>
        </p:nvSpPr>
        <p:spPr>
          <a:xfrm>
            <a:off x="9952731" y="152620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6D89B7-7B02-D521-B8EA-6A3021B4720C}"/>
              </a:ext>
            </a:extLst>
          </p:cNvPr>
          <p:cNvCxnSpPr>
            <a:cxnSpLocks/>
          </p:cNvCxnSpPr>
          <p:nvPr/>
        </p:nvCxnSpPr>
        <p:spPr>
          <a:xfrm flipH="1" flipV="1">
            <a:off x="9720297" y="1181279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E9E7D5E-BA80-443E-FAE9-CA1CA763023B}"/>
              </a:ext>
            </a:extLst>
          </p:cNvPr>
          <p:cNvSpPr txBox="1"/>
          <p:nvPr/>
        </p:nvSpPr>
        <p:spPr>
          <a:xfrm>
            <a:off x="9395911" y="12996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54A1A3-4EB5-BCA9-C013-E219982247F8}"/>
              </a:ext>
            </a:extLst>
          </p:cNvPr>
          <p:cNvSpPr txBox="1"/>
          <p:nvPr/>
        </p:nvSpPr>
        <p:spPr>
          <a:xfrm>
            <a:off x="10510501" y="136237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42DD41-CB14-A896-3749-61E2EE122AE4}"/>
              </a:ext>
            </a:extLst>
          </p:cNvPr>
          <p:cNvSpPr txBox="1"/>
          <p:nvPr/>
        </p:nvSpPr>
        <p:spPr>
          <a:xfrm>
            <a:off x="8797340" y="147679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cubic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8C8250-5842-603F-1D5E-2426C759469F}"/>
              </a:ext>
            </a:extLst>
          </p:cNvPr>
          <p:cNvSpPr txBox="1"/>
          <p:nvPr/>
        </p:nvSpPr>
        <p:spPr>
          <a:xfrm>
            <a:off x="10409885" y="1571953"/>
            <a:ext cx="538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linear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B3864E-C675-405D-5580-DDD62AD69451}"/>
              </a:ext>
            </a:extLst>
          </p:cNvPr>
          <p:cNvSpPr txBox="1"/>
          <p:nvPr/>
        </p:nvSpPr>
        <p:spPr>
          <a:xfrm>
            <a:off x="826770" y="152460"/>
            <a:ext cx="16511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1: Correct case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D3294C-5314-ABD1-9CDA-1072F89EE19A}"/>
              </a:ext>
            </a:extLst>
          </p:cNvPr>
          <p:cNvSpPr txBox="1"/>
          <p:nvPr/>
        </p:nvSpPr>
        <p:spPr>
          <a:xfrm>
            <a:off x="4330085" y="147741"/>
            <a:ext cx="19920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2: Missing confounder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9C09D5-811F-8B83-8405-4D7AE957D054}"/>
              </a:ext>
            </a:extLst>
          </p:cNvPr>
          <p:cNvSpPr txBox="1"/>
          <p:nvPr/>
        </p:nvSpPr>
        <p:spPr>
          <a:xfrm>
            <a:off x="7838220" y="125760"/>
            <a:ext cx="19920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3: Modelling error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5E5BAA6-E158-6D02-4E75-ED9A93186097}"/>
              </a:ext>
            </a:extLst>
          </p:cNvPr>
          <p:cNvCxnSpPr>
            <a:cxnSpLocks/>
          </p:cNvCxnSpPr>
          <p:nvPr/>
        </p:nvCxnSpPr>
        <p:spPr>
          <a:xfrm>
            <a:off x="1181633" y="2748788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CB4FAD0-3290-DD66-0127-468C4F311BCE}"/>
              </a:ext>
            </a:extLst>
          </p:cNvPr>
          <p:cNvCxnSpPr>
            <a:cxnSpLocks/>
          </p:cNvCxnSpPr>
          <p:nvPr/>
        </p:nvCxnSpPr>
        <p:spPr>
          <a:xfrm flipV="1">
            <a:off x="1663795" y="2954290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FD1BD6A-3FC9-7E36-84FF-7503124E8490}"/>
              </a:ext>
            </a:extLst>
          </p:cNvPr>
          <p:cNvSpPr txBox="1"/>
          <p:nvPr/>
        </p:nvSpPr>
        <p:spPr>
          <a:xfrm>
            <a:off x="778563" y="256412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AE3D2A-48C9-3CDC-6D8D-99E3CDDF24EA}"/>
              </a:ext>
            </a:extLst>
          </p:cNvPr>
          <p:cNvSpPr txBox="1"/>
          <p:nvPr/>
        </p:nvSpPr>
        <p:spPr>
          <a:xfrm>
            <a:off x="1907939" y="258495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D0AF28-7E68-CBB3-82B6-F4014590A90F}"/>
              </a:ext>
            </a:extLst>
          </p:cNvPr>
          <p:cNvSpPr txBox="1"/>
          <p:nvPr/>
        </p:nvSpPr>
        <p:spPr>
          <a:xfrm>
            <a:off x="1328713" y="329921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2268D5A-11D7-63A9-C4D4-D89BCC4B9750}"/>
              </a:ext>
            </a:extLst>
          </p:cNvPr>
          <p:cNvCxnSpPr>
            <a:cxnSpLocks/>
          </p:cNvCxnSpPr>
          <p:nvPr/>
        </p:nvCxnSpPr>
        <p:spPr>
          <a:xfrm flipH="1" flipV="1">
            <a:off x="1096279" y="2954290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4EEB5CA-88A3-ACC9-91AF-CCD809352DDE}"/>
              </a:ext>
            </a:extLst>
          </p:cNvPr>
          <p:cNvSpPr txBox="1"/>
          <p:nvPr/>
        </p:nvSpPr>
        <p:spPr>
          <a:xfrm>
            <a:off x="1846100" y="3059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48635A-D70A-1AD9-9A42-AD967654C73D}"/>
              </a:ext>
            </a:extLst>
          </p:cNvPr>
          <p:cNvSpPr txBox="1"/>
          <p:nvPr/>
        </p:nvSpPr>
        <p:spPr>
          <a:xfrm>
            <a:off x="839541" y="30823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2A56E0-38E6-6D6B-138F-908448A7C1DE}"/>
              </a:ext>
            </a:extLst>
          </p:cNvPr>
          <p:cNvSpPr txBox="1"/>
          <p:nvPr/>
        </p:nvSpPr>
        <p:spPr>
          <a:xfrm>
            <a:off x="875329" y="3604914"/>
            <a:ext cx="143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L measured with measurement error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AD5B7B-CD50-AB32-D119-52FD53A99F79}"/>
              </a:ext>
            </a:extLst>
          </p:cNvPr>
          <p:cNvSpPr txBox="1"/>
          <p:nvPr/>
        </p:nvSpPr>
        <p:spPr>
          <a:xfrm>
            <a:off x="3840649" y="256879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8904CF-9574-0C3F-6955-30C0D0848370}"/>
              </a:ext>
            </a:extLst>
          </p:cNvPr>
          <p:cNvCxnSpPr>
            <a:cxnSpLocks/>
          </p:cNvCxnSpPr>
          <p:nvPr/>
        </p:nvCxnSpPr>
        <p:spPr>
          <a:xfrm flipV="1">
            <a:off x="3617961" y="2958959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4FE471C-FF83-972A-A99F-175FB9EB50FC}"/>
              </a:ext>
            </a:extLst>
          </p:cNvPr>
          <p:cNvSpPr txBox="1"/>
          <p:nvPr/>
        </p:nvSpPr>
        <p:spPr>
          <a:xfrm>
            <a:off x="2732729" y="25687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225E6C-7DF9-9855-79FB-D6D7686D1418}"/>
              </a:ext>
            </a:extLst>
          </p:cNvPr>
          <p:cNvSpPr txBox="1"/>
          <p:nvPr/>
        </p:nvSpPr>
        <p:spPr>
          <a:xfrm>
            <a:off x="3282879" y="330388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89F6F6A-FE0B-256E-903D-74E8A503809D}"/>
              </a:ext>
            </a:extLst>
          </p:cNvPr>
          <p:cNvCxnSpPr>
            <a:cxnSpLocks/>
          </p:cNvCxnSpPr>
          <p:nvPr/>
        </p:nvCxnSpPr>
        <p:spPr>
          <a:xfrm flipH="1" flipV="1">
            <a:off x="3022935" y="2929075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67A9954-8B30-6BB3-81F3-E045BFCCEE3F}"/>
              </a:ext>
            </a:extLst>
          </p:cNvPr>
          <p:cNvSpPr txBox="1"/>
          <p:nvPr/>
        </p:nvSpPr>
        <p:spPr>
          <a:xfrm>
            <a:off x="2726059" y="30773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3B0CD9-12CA-9242-5BC7-79F29C094ED1}"/>
              </a:ext>
            </a:extLst>
          </p:cNvPr>
          <p:cNvSpPr txBox="1"/>
          <p:nvPr/>
        </p:nvSpPr>
        <p:spPr>
          <a:xfrm>
            <a:off x="3840649" y="31400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A878532-25FF-58FA-AD86-1358FFDD0B04}"/>
              </a:ext>
            </a:extLst>
          </p:cNvPr>
          <p:cNvSpPr txBox="1"/>
          <p:nvPr/>
        </p:nvSpPr>
        <p:spPr>
          <a:xfrm>
            <a:off x="2876100" y="3584002"/>
            <a:ext cx="158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no measurement error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E582FC-D26E-1ED6-1957-D8F8D93318AF}"/>
              </a:ext>
            </a:extLst>
          </p:cNvPr>
          <p:cNvSpPr txBox="1"/>
          <p:nvPr/>
        </p:nvSpPr>
        <p:spPr>
          <a:xfrm>
            <a:off x="792388" y="4161245"/>
            <a:ext cx="20837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4: Measurement error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498D86C-4361-4BD4-7863-7539BB0EBEA9}"/>
              </a:ext>
            </a:extLst>
          </p:cNvPr>
          <p:cNvCxnSpPr>
            <a:cxnSpLocks/>
          </p:cNvCxnSpPr>
          <p:nvPr/>
        </p:nvCxnSpPr>
        <p:spPr>
          <a:xfrm>
            <a:off x="4758603" y="2802109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56AB6D-BB64-BE56-5792-69E09AA7534C}"/>
              </a:ext>
            </a:extLst>
          </p:cNvPr>
          <p:cNvCxnSpPr>
            <a:cxnSpLocks/>
          </p:cNvCxnSpPr>
          <p:nvPr/>
        </p:nvCxnSpPr>
        <p:spPr>
          <a:xfrm flipV="1">
            <a:off x="5240765" y="3007611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13B0804-82E9-F4C2-F4DE-28383044D55C}"/>
              </a:ext>
            </a:extLst>
          </p:cNvPr>
          <p:cNvSpPr txBox="1"/>
          <p:nvPr/>
        </p:nvSpPr>
        <p:spPr>
          <a:xfrm>
            <a:off x="4355533" y="261744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1B9CCA-DBE5-5F81-1016-41C1144144C4}"/>
              </a:ext>
            </a:extLst>
          </p:cNvPr>
          <p:cNvSpPr txBox="1"/>
          <p:nvPr/>
        </p:nvSpPr>
        <p:spPr>
          <a:xfrm>
            <a:off x="5484909" y="2638279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BD5E61-ED9A-A190-94A3-4795E79205A2}"/>
              </a:ext>
            </a:extLst>
          </p:cNvPr>
          <p:cNvSpPr txBox="1"/>
          <p:nvPr/>
        </p:nvSpPr>
        <p:spPr>
          <a:xfrm>
            <a:off x="4905683" y="335253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7B695BA-73EA-ADF9-0299-BD3F546EF43E}"/>
              </a:ext>
            </a:extLst>
          </p:cNvPr>
          <p:cNvCxnSpPr>
            <a:cxnSpLocks/>
          </p:cNvCxnSpPr>
          <p:nvPr/>
        </p:nvCxnSpPr>
        <p:spPr>
          <a:xfrm flipH="1" flipV="1">
            <a:off x="4673249" y="3007611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1D8AEE1-89E3-7D5C-1672-4540FA6F8F4E}"/>
              </a:ext>
            </a:extLst>
          </p:cNvPr>
          <p:cNvSpPr txBox="1"/>
          <p:nvPr/>
        </p:nvSpPr>
        <p:spPr>
          <a:xfrm>
            <a:off x="4416511" y="31356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C3792C-0CEC-0296-B02B-722424192326}"/>
              </a:ext>
            </a:extLst>
          </p:cNvPr>
          <p:cNvSpPr txBox="1"/>
          <p:nvPr/>
        </p:nvSpPr>
        <p:spPr>
          <a:xfrm>
            <a:off x="4412783" y="3591085"/>
            <a:ext cx="143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strong association between U and 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2ABE6B-F2D9-5784-E6DF-7D4D51BC557F}"/>
              </a:ext>
            </a:extLst>
          </p:cNvPr>
          <p:cNvSpPr txBox="1"/>
          <p:nvPr/>
        </p:nvSpPr>
        <p:spPr>
          <a:xfrm>
            <a:off x="7220790" y="255937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71A0A3F-8DFE-3B20-15C0-10F7819787C2}"/>
              </a:ext>
            </a:extLst>
          </p:cNvPr>
          <p:cNvCxnSpPr>
            <a:cxnSpLocks/>
          </p:cNvCxnSpPr>
          <p:nvPr/>
        </p:nvCxnSpPr>
        <p:spPr>
          <a:xfrm flipV="1">
            <a:off x="6998102" y="2949538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562E938-FBA1-B956-5F26-76E225214250}"/>
              </a:ext>
            </a:extLst>
          </p:cNvPr>
          <p:cNvSpPr txBox="1"/>
          <p:nvPr/>
        </p:nvSpPr>
        <p:spPr>
          <a:xfrm>
            <a:off x="6112870" y="255937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C763CB-FF14-9A68-1B2E-1C0255C64002}"/>
              </a:ext>
            </a:extLst>
          </p:cNvPr>
          <p:cNvSpPr txBox="1"/>
          <p:nvPr/>
        </p:nvSpPr>
        <p:spPr>
          <a:xfrm>
            <a:off x="6663020" y="329446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6669CAC-271B-8D27-9127-7A3A79E6E42E}"/>
              </a:ext>
            </a:extLst>
          </p:cNvPr>
          <p:cNvCxnSpPr>
            <a:cxnSpLocks/>
          </p:cNvCxnSpPr>
          <p:nvPr/>
        </p:nvCxnSpPr>
        <p:spPr>
          <a:xfrm flipH="1" flipV="1">
            <a:off x="6430586" y="2949538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3BCB715-F0D1-9609-A4AA-C1040F84CCF4}"/>
              </a:ext>
            </a:extLst>
          </p:cNvPr>
          <p:cNvSpPr txBox="1"/>
          <p:nvPr/>
        </p:nvSpPr>
        <p:spPr>
          <a:xfrm>
            <a:off x="6106200" y="30678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175C3C-548C-F2D3-3CD0-6EF49BF6618A}"/>
              </a:ext>
            </a:extLst>
          </p:cNvPr>
          <p:cNvSpPr txBox="1"/>
          <p:nvPr/>
        </p:nvSpPr>
        <p:spPr>
          <a:xfrm>
            <a:off x="7220790" y="31306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251EC7E-5FF4-7E94-641D-BB00ECF3C1E0}"/>
              </a:ext>
            </a:extLst>
          </p:cNvPr>
          <p:cNvSpPr txBox="1"/>
          <p:nvPr/>
        </p:nvSpPr>
        <p:spPr>
          <a:xfrm>
            <a:off x="6332099" y="3610829"/>
            <a:ext cx="1567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weak association between U and 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1D25267-3062-7E93-C733-2B0BA32F5144}"/>
              </a:ext>
            </a:extLst>
          </p:cNvPr>
          <p:cNvSpPr txBox="1"/>
          <p:nvPr/>
        </p:nvSpPr>
        <p:spPr>
          <a:xfrm>
            <a:off x="4355533" y="4157046"/>
            <a:ext cx="20837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5: Weak negative control 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CCC326D-DF9B-7813-6463-78F1A41871DF}"/>
              </a:ext>
            </a:extLst>
          </p:cNvPr>
          <p:cNvCxnSpPr>
            <a:cxnSpLocks/>
          </p:cNvCxnSpPr>
          <p:nvPr/>
        </p:nvCxnSpPr>
        <p:spPr>
          <a:xfrm>
            <a:off x="8316298" y="2729827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4546D18-ECF3-B207-3032-977E9B46CF7F}"/>
              </a:ext>
            </a:extLst>
          </p:cNvPr>
          <p:cNvCxnSpPr>
            <a:cxnSpLocks/>
          </p:cNvCxnSpPr>
          <p:nvPr/>
        </p:nvCxnSpPr>
        <p:spPr>
          <a:xfrm flipV="1">
            <a:off x="8798460" y="2935329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663A950-48B7-E16A-FE94-648EFBDF039F}"/>
              </a:ext>
            </a:extLst>
          </p:cNvPr>
          <p:cNvSpPr txBox="1"/>
          <p:nvPr/>
        </p:nvSpPr>
        <p:spPr>
          <a:xfrm>
            <a:off x="7913228" y="254516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67DC9C2-3CEA-46A2-4D74-D08CCF370FF6}"/>
              </a:ext>
            </a:extLst>
          </p:cNvPr>
          <p:cNvSpPr txBox="1"/>
          <p:nvPr/>
        </p:nvSpPr>
        <p:spPr>
          <a:xfrm>
            <a:off x="9042604" y="25659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31AA010-55C9-7B09-3CAF-8C0B57A847BC}"/>
              </a:ext>
            </a:extLst>
          </p:cNvPr>
          <p:cNvSpPr txBox="1"/>
          <p:nvPr/>
        </p:nvSpPr>
        <p:spPr>
          <a:xfrm>
            <a:off x="8463378" y="328025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AF8D0E1-61E7-98F8-97DA-7ED8A89FF621}"/>
              </a:ext>
            </a:extLst>
          </p:cNvPr>
          <p:cNvCxnSpPr>
            <a:cxnSpLocks/>
          </p:cNvCxnSpPr>
          <p:nvPr/>
        </p:nvCxnSpPr>
        <p:spPr>
          <a:xfrm flipH="1" flipV="1">
            <a:off x="8230944" y="2935329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C1200A4-5FB3-A392-1AEB-03ED76FD7875}"/>
              </a:ext>
            </a:extLst>
          </p:cNvPr>
          <p:cNvSpPr txBox="1"/>
          <p:nvPr/>
        </p:nvSpPr>
        <p:spPr>
          <a:xfrm>
            <a:off x="8980765" y="30406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F99D39B-0227-4CCD-C676-B6756F4D9A01}"/>
              </a:ext>
            </a:extLst>
          </p:cNvPr>
          <p:cNvSpPr txBox="1"/>
          <p:nvPr/>
        </p:nvSpPr>
        <p:spPr>
          <a:xfrm>
            <a:off x="7974206" y="30633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A14A21-3C6B-25A0-E63D-9BB5CB709995}"/>
              </a:ext>
            </a:extLst>
          </p:cNvPr>
          <p:cNvSpPr txBox="1"/>
          <p:nvPr/>
        </p:nvSpPr>
        <p:spPr>
          <a:xfrm>
            <a:off x="10388078" y="256683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D511C4F-A9CE-81DD-AD94-935FF27EFDF0}"/>
              </a:ext>
            </a:extLst>
          </p:cNvPr>
          <p:cNvCxnSpPr>
            <a:cxnSpLocks/>
          </p:cNvCxnSpPr>
          <p:nvPr/>
        </p:nvCxnSpPr>
        <p:spPr>
          <a:xfrm flipV="1">
            <a:off x="10165390" y="2931304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8E52F392-3BA7-C89B-42D6-012E0897F159}"/>
              </a:ext>
            </a:extLst>
          </p:cNvPr>
          <p:cNvSpPr txBox="1"/>
          <p:nvPr/>
        </p:nvSpPr>
        <p:spPr>
          <a:xfrm>
            <a:off x="9280158" y="256683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14DD44C-01B9-B686-3432-1EC7AFFFF7DD}"/>
              </a:ext>
            </a:extLst>
          </p:cNvPr>
          <p:cNvSpPr txBox="1"/>
          <p:nvPr/>
        </p:nvSpPr>
        <p:spPr>
          <a:xfrm>
            <a:off x="9830308" y="327622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en-US" baseline="-250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70A9EEE-30A3-C436-CFFF-9774D6F9247E}"/>
              </a:ext>
            </a:extLst>
          </p:cNvPr>
          <p:cNvCxnSpPr>
            <a:cxnSpLocks/>
          </p:cNvCxnSpPr>
          <p:nvPr/>
        </p:nvCxnSpPr>
        <p:spPr>
          <a:xfrm flipH="1" flipV="1">
            <a:off x="9597874" y="2931304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14EE0BC-7381-9D0B-5D2B-CF3B76F5D2B5}"/>
              </a:ext>
            </a:extLst>
          </p:cNvPr>
          <p:cNvSpPr txBox="1"/>
          <p:nvPr/>
        </p:nvSpPr>
        <p:spPr>
          <a:xfrm>
            <a:off x="9273488" y="30496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D77C5CF-DE47-DF0A-9EC9-52A77C1F206C}"/>
              </a:ext>
            </a:extLst>
          </p:cNvPr>
          <p:cNvSpPr txBox="1"/>
          <p:nvPr/>
        </p:nvSpPr>
        <p:spPr>
          <a:xfrm>
            <a:off x="10388078" y="311239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926FDC9-A45C-6BB6-7228-E342D92A36EC}"/>
              </a:ext>
            </a:extLst>
          </p:cNvPr>
          <p:cNvSpPr txBox="1"/>
          <p:nvPr/>
        </p:nvSpPr>
        <p:spPr>
          <a:xfrm>
            <a:off x="7898685" y="4161245"/>
            <a:ext cx="20837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6: </a:t>
            </a:r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Negative association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8DFD7-FB31-FA60-88B2-379BA4AF7558}"/>
              </a:ext>
            </a:extLst>
          </p:cNvPr>
          <p:cNvSpPr txBox="1"/>
          <p:nvPr/>
        </p:nvSpPr>
        <p:spPr>
          <a:xfrm>
            <a:off x="7772848" y="1490425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cubic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4CEB4-032F-64F3-6679-D4C2A5E3AA6B}"/>
              </a:ext>
            </a:extLst>
          </p:cNvPr>
          <p:cNvSpPr txBox="1"/>
          <p:nvPr/>
        </p:nvSpPr>
        <p:spPr>
          <a:xfrm>
            <a:off x="9367509" y="148429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cubic</a:t>
            </a:r>
          </a:p>
        </p:txBody>
      </p:sp>
    </p:spTree>
    <p:extLst>
      <p:ext uri="{BB962C8B-B14F-4D97-AF65-F5344CB8AC3E}">
        <p14:creationId xmlns:p14="http://schemas.microsoft.com/office/powerpoint/2010/main" val="54867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AAAE7D-2A7E-5AF1-749C-04A179264564}"/>
              </a:ext>
            </a:extLst>
          </p:cNvPr>
          <p:cNvCxnSpPr>
            <a:cxnSpLocks/>
          </p:cNvCxnSpPr>
          <p:nvPr/>
        </p:nvCxnSpPr>
        <p:spPr>
          <a:xfrm>
            <a:off x="1730273" y="3880358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AF94BD-1ECA-42C2-0A2E-40C2E92E849E}"/>
              </a:ext>
            </a:extLst>
          </p:cNvPr>
          <p:cNvCxnSpPr>
            <a:cxnSpLocks/>
          </p:cNvCxnSpPr>
          <p:nvPr/>
        </p:nvCxnSpPr>
        <p:spPr>
          <a:xfrm flipV="1">
            <a:off x="2212435" y="4085860"/>
            <a:ext cx="244144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B3D937-7E92-AA0D-5422-60A9AB98AB5E}"/>
              </a:ext>
            </a:extLst>
          </p:cNvPr>
          <p:cNvSpPr txBox="1"/>
          <p:nvPr/>
        </p:nvSpPr>
        <p:spPr>
          <a:xfrm>
            <a:off x="1327203" y="369569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E4F59-3E72-6C5C-7F53-DB1CBFE6A4C3}"/>
              </a:ext>
            </a:extLst>
          </p:cNvPr>
          <p:cNvSpPr txBox="1"/>
          <p:nvPr/>
        </p:nvSpPr>
        <p:spPr>
          <a:xfrm>
            <a:off x="2456579" y="371652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E31BD-2638-DFFB-D00E-D83862E8E06C}"/>
              </a:ext>
            </a:extLst>
          </p:cNvPr>
          <p:cNvSpPr txBox="1"/>
          <p:nvPr/>
        </p:nvSpPr>
        <p:spPr>
          <a:xfrm>
            <a:off x="1312931" y="476791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79934F-CC96-9402-B8AF-E1D1C6E65003}"/>
              </a:ext>
            </a:extLst>
          </p:cNvPr>
          <p:cNvCxnSpPr>
            <a:cxnSpLocks/>
          </p:cNvCxnSpPr>
          <p:nvPr/>
        </p:nvCxnSpPr>
        <p:spPr>
          <a:xfrm flipH="1" flipV="1">
            <a:off x="1644919" y="4085860"/>
            <a:ext cx="218826" cy="34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6C71B4-89DD-E404-D24A-4ACDE822426F}"/>
              </a:ext>
            </a:extLst>
          </p:cNvPr>
          <p:cNvSpPr txBox="1"/>
          <p:nvPr/>
        </p:nvSpPr>
        <p:spPr>
          <a:xfrm>
            <a:off x="2394740" y="41911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C238C-8BFC-DED0-3ED3-011C44371203}"/>
              </a:ext>
            </a:extLst>
          </p:cNvPr>
          <p:cNvSpPr txBox="1"/>
          <p:nvPr/>
        </p:nvSpPr>
        <p:spPr>
          <a:xfrm>
            <a:off x="1388181" y="4213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A3223-9F2C-BB47-67AF-49B49671E10F}"/>
              </a:ext>
            </a:extLst>
          </p:cNvPr>
          <p:cNvSpPr txBox="1"/>
          <p:nvPr/>
        </p:nvSpPr>
        <p:spPr>
          <a:xfrm>
            <a:off x="1863745" y="444202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L*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4F217-07BD-9681-8D79-A7C8B42B43DD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595381" y="4626694"/>
            <a:ext cx="268364" cy="325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12D59E-A33B-9C53-F3A2-9C5E2E82A4A7}"/>
              </a:ext>
            </a:extLst>
          </p:cNvPr>
          <p:cNvSpPr txBox="1"/>
          <p:nvPr/>
        </p:nvSpPr>
        <p:spPr>
          <a:xfrm>
            <a:off x="3969035" y="371652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8FBA6E-329D-FE9F-598A-E2A90FA77359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3178831" y="4085860"/>
            <a:ext cx="957077" cy="8667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84BFC04-7637-BE79-B930-B3265D7F3218}"/>
              </a:ext>
            </a:extLst>
          </p:cNvPr>
          <p:cNvSpPr txBox="1"/>
          <p:nvPr/>
        </p:nvSpPr>
        <p:spPr>
          <a:xfrm>
            <a:off x="2861115" y="37165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1A9FD0-E6C8-E40A-21BE-CB4C04F607B6}"/>
              </a:ext>
            </a:extLst>
          </p:cNvPr>
          <p:cNvCxnSpPr>
            <a:cxnSpLocks/>
          </p:cNvCxnSpPr>
          <p:nvPr/>
        </p:nvCxnSpPr>
        <p:spPr>
          <a:xfrm flipH="1" flipV="1">
            <a:off x="3130377" y="3994837"/>
            <a:ext cx="215912" cy="2634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5C9490E-E2AC-5806-56F8-EAFA69269321}"/>
              </a:ext>
            </a:extLst>
          </p:cNvPr>
          <p:cNvSpPr txBox="1"/>
          <p:nvPr/>
        </p:nvSpPr>
        <p:spPr>
          <a:xfrm>
            <a:off x="2854445" y="42250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46ADCC-DFB0-11CC-BB93-8D97CB9ED052}"/>
              </a:ext>
            </a:extLst>
          </p:cNvPr>
          <p:cNvSpPr txBox="1"/>
          <p:nvPr/>
        </p:nvSpPr>
        <p:spPr>
          <a:xfrm>
            <a:off x="3611168" y="4499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EF3B-C9DF-18BC-5F3E-01D455B53766}"/>
              </a:ext>
            </a:extLst>
          </p:cNvPr>
          <p:cNvSpPr txBox="1"/>
          <p:nvPr/>
        </p:nvSpPr>
        <p:spPr>
          <a:xfrm>
            <a:off x="2826397" y="472446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42590-680B-B9AE-9F3B-060FF8917924}"/>
              </a:ext>
            </a:extLst>
          </p:cNvPr>
          <p:cNvSpPr txBox="1"/>
          <p:nvPr/>
        </p:nvSpPr>
        <p:spPr>
          <a:xfrm>
            <a:off x="3271087" y="4200144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L*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734068-2FEA-2609-E4B8-AB0C951E445D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108847" y="4498868"/>
            <a:ext cx="251161" cy="4102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08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258</Words>
  <Application>Microsoft Macintosh PowerPoint</Application>
  <PresentationFormat>Widescreen</PresentationFormat>
  <Paragraphs>182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M</dc:creator>
  <cp:lastModifiedBy>Heather M</cp:lastModifiedBy>
  <cp:revision>41</cp:revision>
  <dcterms:created xsi:type="dcterms:W3CDTF">2025-04-14T22:50:22Z</dcterms:created>
  <dcterms:modified xsi:type="dcterms:W3CDTF">2025-05-01T19:46:01Z</dcterms:modified>
</cp:coreProperties>
</file>